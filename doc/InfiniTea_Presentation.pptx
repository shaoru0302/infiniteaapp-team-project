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6"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embeddedFontLst>
    <p:embeddedFont>
      <p:font typeface="Libre Baskerville" panose="02000000000000000000" pitchFamily="2" charset="0"/>
      <p:regular r:id="rId10"/>
      <p:bold r:id="rId11"/>
      <p:italic r:id="rId12"/>
    </p:embeddedFont>
    <p:embeddedFont>
      <p:font typeface="Roboto" panose="02000000000000000000" pitchFamily="2" charset="0"/>
      <p:regular r:id="rId13"/>
      <p:bold r:id="rId14"/>
      <p:italic r:id="rId15"/>
      <p:boldItalic r:id="rId16"/>
    </p:embeddedFont>
    <p:embeddedFont>
      <p:font typeface="Roboto Medium" panose="02000000000000000000" pitchFamily="2"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heme" Target="theme/theme1.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3522caf96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33522caf9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33522caf962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0" name="Google Shape;540;g33522caf962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33522caf962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g33522caf962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3522caf962_0_10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33522caf962_0_10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33522caf962_0_10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8" name="Google Shape;568;g33522caf962_0_10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33522caf962_0_10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33522caf962_0_10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33522caf962_0_4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 name="Google Shape;590;g33522caf962_0_4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_4">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SECTION_HEADER_1_1">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AND_BODY_1">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_1_1">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_ONLY_1_2">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_1_2">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_1">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_1">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4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_1_1">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p:cSld name="BLANK_1">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genda">
  <p:cSld name="CUSTOM_7_1">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
        <p:nvSpPr>
          <p:cNvPr id="53" name="Google Shape;53;p13"/>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4" name="Google Shape;54;p13"/>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5" name="Google Shape;55;p13"/>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6" name="Google Shape;56;p13"/>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7" name="Google Shape;57;p13"/>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8" name="Google Shape;58;p13"/>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body and image">
  <p:cSld name="CUSTOM_8_1">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4"/>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62" name="Google Shape;62;p14"/>
          <p:cNvSpPr>
            <a:spLocks noGrp="1"/>
          </p:cNvSpPr>
          <p:nvPr>
            <p:ph type="pic" idx="2"/>
          </p:nvPr>
        </p:nvSpPr>
        <p:spPr>
          <a:xfrm>
            <a:off x="4992024" y="1152775"/>
            <a:ext cx="3840300" cy="3416400"/>
          </a:xfrm>
          <a:prstGeom prst="rect">
            <a:avLst/>
          </a:prstGeom>
          <a:noFill/>
          <a:ln>
            <a:noFill/>
          </a:ln>
        </p:spPr>
      </p:sp>
      <p:sp>
        <p:nvSpPr>
          <p:cNvPr id="63" name="Google Shape;63;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big ideas">
  <p:cSld name="CUSTOM_1">
    <p:spTree>
      <p:nvGrpSpPr>
        <p:cNvPr id="1" name="Shape 64"/>
        <p:cNvGrpSpPr/>
        <p:nvPr/>
      </p:nvGrpSpPr>
      <p:grpSpPr>
        <a:xfrm>
          <a:off x="0" y="0"/>
          <a:ext cx="0" cy="0"/>
          <a:chOff x="0" y="0"/>
          <a:chExt cx="0" cy="0"/>
        </a:xfrm>
      </p:grpSpPr>
      <p:sp>
        <p:nvSpPr>
          <p:cNvPr id="65" name="Google Shape;65;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
        <p:nvSpPr>
          <p:cNvPr id="66" name="Google Shape;66;p15"/>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7" name="Google Shape;67;p15"/>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68" name="Google Shape;68;p15"/>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69" name="Google Shape;69;p15"/>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70" name="Google Shape;70;p15"/>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big ideas">
  <p:cSld name="CUSTOM_2_2">
    <p:spTree>
      <p:nvGrpSpPr>
        <p:cNvPr id="1" name="Shape 71"/>
        <p:cNvGrpSpPr/>
        <p:nvPr/>
      </p:nvGrpSpPr>
      <p:grpSpPr>
        <a:xfrm>
          <a:off x="0" y="0"/>
          <a:ext cx="0" cy="0"/>
          <a:chOff x="0" y="0"/>
          <a:chExt cx="0" cy="0"/>
        </a:xfrm>
      </p:grpSpPr>
      <p:sp>
        <p:nvSpPr>
          <p:cNvPr id="72" name="Google Shape;72;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
        <p:nvSpPr>
          <p:cNvPr id="73" name="Google Shape;73;p16"/>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4" name="Google Shape;74;p16"/>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5" name="Google Shape;75;p16"/>
          <p:cNvSpPr txBox="1">
            <a:spLocks noGrp="1"/>
          </p:cNvSpPr>
          <p:nvPr>
            <p:ph type="body" idx="3"/>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6" name="Google Shape;76;p16"/>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7" name="Google Shape;77;p16"/>
          <p:cNvSpPr txBox="1">
            <a:spLocks noGrp="1"/>
          </p:cNvSpPr>
          <p:nvPr>
            <p:ph type="subTitle" idx="4"/>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78" name="Google Shape;78;p16"/>
          <p:cNvSpPr txBox="1">
            <a:spLocks noGrp="1"/>
          </p:cNvSpPr>
          <p:nvPr>
            <p:ph type="subTitle" idx="5"/>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79" name="Google Shape;79;p16"/>
          <p:cNvSpPr txBox="1">
            <a:spLocks noGrp="1"/>
          </p:cNvSpPr>
          <p:nvPr>
            <p:ph type="subTitle" idx="6"/>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Four big ideas">
  <p:cSld name="CUSTOM_3_1_1">
    <p:spTree>
      <p:nvGrpSpPr>
        <p:cNvPr id="1" name="Shape 80"/>
        <p:cNvGrpSpPr/>
        <p:nvPr/>
      </p:nvGrpSpPr>
      <p:grpSpPr>
        <a:xfrm>
          <a:off x="0" y="0"/>
          <a:ext cx="0" cy="0"/>
          <a:chOff x="0" y="0"/>
          <a:chExt cx="0" cy="0"/>
        </a:xfrm>
      </p:grpSpPr>
      <p:sp>
        <p:nvSpPr>
          <p:cNvPr id="81" name="Google Shape;81;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
        <p:nvSpPr>
          <p:cNvPr id="82" name="Google Shape;82;p17"/>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83" name="Google Shape;83;p17"/>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84" name="Google Shape;84;p17"/>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85" name="Google Shape;85;p17"/>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86" name="Google Shape;86;p17"/>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87" name="Google Shape;87;p17"/>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8" name="Google Shape;88;p17"/>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9" name="Google Shape;89;p17"/>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0" name="Google Shape;90;p17"/>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image">
  <p:cSld name="TITLE_ONLY_1_1_1">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
        <p:nvSpPr>
          <p:cNvPr id="94" name="Google Shape;94;p18"/>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storyboards">
  <p:cSld name="CUSTOM_4_1">
    <p:spTree>
      <p:nvGrpSpPr>
        <p:cNvPr id="1" name="Shape 95"/>
        <p:cNvGrpSpPr/>
        <p:nvPr/>
      </p:nvGrpSpPr>
      <p:grpSpPr>
        <a:xfrm>
          <a:off x="0" y="0"/>
          <a:ext cx="0" cy="0"/>
          <a:chOff x="0" y="0"/>
          <a:chExt cx="0" cy="0"/>
        </a:xfrm>
      </p:grpSpPr>
      <p:sp>
        <p:nvSpPr>
          <p:cNvPr id="96" name="Google Shape;96;p19"/>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97" name="Google Shape;97;p19"/>
          <p:cNvSpPr>
            <a:spLocks noGrp="1"/>
          </p:cNvSpPr>
          <p:nvPr>
            <p:ph type="pic" idx="2"/>
          </p:nvPr>
        </p:nvSpPr>
        <p:spPr>
          <a:xfrm>
            <a:off x="4804825" y="1133300"/>
            <a:ext cx="4027500" cy="2392800"/>
          </a:xfrm>
          <a:prstGeom prst="rect">
            <a:avLst/>
          </a:prstGeom>
          <a:noFill/>
          <a:ln>
            <a:noFill/>
          </a:ln>
        </p:spPr>
      </p:sp>
      <p:sp>
        <p:nvSpPr>
          <p:cNvPr id="98" name="Google Shape;98;p19"/>
          <p:cNvSpPr>
            <a:spLocks noGrp="1"/>
          </p:cNvSpPr>
          <p:nvPr>
            <p:ph type="pic" idx="3"/>
          </p:nvPr>
        </p:nvSpPr>
        <p:spPr>
          <a:xfrm>
            <a:off x="311725" y="1133300"/>
            <a:ext cx="4027500" cy="2392800"/>
          </a:xfrm>
          <a:prstGeom prst="rect">
            <a:avLst/>
          </a:prstGeom>
          <a:noFill/>
          <a:ln>
            <a:noFill/>
          </a:ln>
        </p:spPr>
      </p:sp>
      <p:sp>
        <p:nvSpPr>
          <p:cNvPr id="99" name="Google Shape;99;p19"/>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00" name="Google Shape;10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
        <p:nvSpPr>
          <p:cNvPr id="101" name="Google Shape;10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9"/>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03" name="Google Shape;103;p19"/>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ree storyboards">
  <p:cSld name="CUSTOM_4_1_1">
    <p:spTree>
      <p:nvGrpSpPr>
        <p:cNvPr id="1" name="Shape 104"/>
        <p:cNvGrpSpPr/>
        <p:nvPr/>
      </p:nvGrpSpPr>
      <p:grpSpPr>
        <a:xfrm>
          <a:off x="0" y="0"/>
          <a:ext cx="0" cy="0"/>
          <a:chOff x="0" y="0"/>
          <a:chExt cx="0" cy="0"/>
        </a:xfrm>
      </p:grpSpPr>
      <p:sp>
        <p:nvSpPr>
          <p:cNvPr id="105" name="Google Shape;105;p20"/>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06" name="Google Shape;106;p20"/>
          <p:cNvSpPr>
            <a:spLocks noGrp="1"/>
          </p:cNvSpPr>
          <p:nvPr>
            <p:ph type="pic" idx="2"/>
          </p:nvPr>
        </p:nvSpPr>
        <p:spPr>
          <a:xfrm>
            <a:off x="6205225" y="1128325"/>
            <a:ext cx="2627100" cy="2273100"/>
          </a:xfrm>
          <a:prstGeom prst="rect">
            <a:avLst/>
          </a:prstGeom>
          <a:noFill/>
          <a:ln>
            <a:noFill/>
          </a:ln>
        </p:spPr>
      </p:sp>
      <p:sp>
        <p:nvSpPr>
          <p:cNvPr id="107" name="Google Shape;107;p20"/>
          <p:cNvSpPr>
            <a:spLocks noGrp="1"/>
          </p:cNvSpPr>
          <p:nvPr>
            <p:ph type="pic" idx="3"/>
          </p:nvPr>
        </p:nvSpPr>
        <p:spPr>
          <a:xfrm>
            <a:off x="311725" y="1128325"/>
            <a:ext cx="2627100" cy="2273100"/>
          </a:xfrm>
          <a:prstGeom prst="rect">
            <a:avLst/>
          </a:prstGeom>
          <a:noFill/>
          <a:ln>
            <a:noFill/>
          </a:ln>
        </p:spPr>
      </p:sp>
      <p:sp>
        <p:nvSpPr>
          <p:cNvPr id="108" name="Google Shape;108;p20"/>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09" name="Google Shape;109;p20"/>
          <p:cNvSpPr>
            <a:spLocks noGrp="1"/>
          </p:cNvSpPr>
          <p:nvPr>
            <p:ph type="pic" idx="5"/>
          </p:nvPr>
        </p:nvSpPr>
        <p:spPr>
          <a:xfrm>
            <a:off x="3255250" y="1128325"/>
            <a:ext cx="2627100" cy="2273100"/>
          </a:xfrm>
          <a:prstGeom prst="rect">
            <a:avLst/>
          </a:prstGeom>
          <a:noFill/>
          <a:ln>
            <a:noFill/>
          </a:ln>
        </p:spPr>
      </p:sp>
      <p:sp>
        <p:nvSpPr>
          <p:cNvPr id="110" name="Google Shape;110;p20"/>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11" name="Google Shape;111;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
        <p:nvSpPr>
          <p:cNvPr id="112" name="Google Shape;112;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 name="Google Shape;113;p20"/>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14" name="Google Shape;114;p20"/>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15" name="Google Shape;115;p20"/>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 only">
  <p:cSld name="CUSTOM_5_1">
    <p:spTree>
      <p:nvGrpSpPr>
        <p:cNvPr id="1" name="Shape 116"/>
        <p:cNvGrpSpPr/>
        <p:nvPr/>
      </p:nvGrpSpPr>
      <p:grpSpPr>
        <a:xfrm>
          <a:off x="0" y="0"/>
          <a:ext cx="0" cy="0"/>
          <a:chOff x="0" y="0"/>
          <a:chExt cx="0" cy="0"/>
        </a:xfrm>
      </p:grpSpPr>
      <p:sp>
        <p:nvSpPr>
          <p:cNvPr id="117" name="Google Shape;117;p21"/>
          <p:cNvSpPr>
            <a:spLocks noGrp="1"/>
          </p:cNvSpPr>
          <p:nvPr>
            <p:ph type="pic" idx="2"/>
          </p:nvPr>
        </p:nvSpPr>
        <p:spPr>
          <a:xfrm>
            <a:off x="311700" y="445025"/>
            <a:ext cx="8520600" cy="4218300"/>
          </a:xfrm>
          <a:prstGeom prst="rect">
            <a:avLst/>
          </a:prstGeom>
          <a:noFill/>
          <a:ln>
            <a:noFill/>
          </a:ln>
        </p:spPr>
      </p:sp>
      <p:sp>
        <p:nvSpPr>
          <p:cNvPr id="118" name="Google Shape;118;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Image grid">
  <p:cSld name="CUSTOM_6_1">
    <p:spTree>
      <p:nvGrpSpPr>
        <p:cNvPr id="1" name="Shape 119"/>
        <p:cNvGrpSpPr/>
        <p:nvPr/>
      </p:nvGrpSpPr>
      <p:grpSpPr>
        <a:xfrm>
          <a:off x="0" y="0"/>
          <a:ext cx="0" cy="0"/>
          <a:chOff x="0" y="0"/>
          <a:chExt cx="0" cy="0"/>
        </a:xfrm>
      </p:grpSpPr>
      <p:sp>
        <p:nvSpPr>
          <p:cNvPr id="120" name="Google Shape;120;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
        <p:nvSpPr>
          <p:cNvPr id="121" name="Google Shape;121;p22"/>
          <p:cNvSpPr>
            <a:spLocks noGrp="1"/>
          </p:cNvSpPr>
          <p:nvPr>
            <p:ph type="pic" idx="2"/>
          </p:nvPr>
        </p:nvSpPr>
        <p:spPr>
          <a:xfrm>
            <a:off x="3389600" y="118913"/>
            <a:ext cx="1643700" cy="1535100"/>
          </a:xfrm>
          <a:prstGeom prst="rect">
            <a:avLst/>
          </a:prstGeom>
          <a:noFill/>
          <a:ln>
            <a:noFill/>
          </a:ln>
        </p:spPr>
      </p:sp>
      <p:sp>
        <p:nvSpPr>
          <p:cNvPr id="122" name="Google Shape;122;p22"/>
          <p:cNvSpPr>
            <a:spLocks noGrp="1"/>
          </p:cNvSpPr>
          <p:nvPr>
            <p:ph type="pic" idx="3"/>
          </p:nvPr>
        </p:nvSpPr>
        <p:spPr>
          <a:xfrm>
            <a:off x="5195935" y="118913"/>
            <a:ext cx="1643700" cy="1535100"/>
          </a:xfrm>
          <a:prstGeom prst="rect">
            <a:avLst/>
          </a:prstGeom>
          <a:noFill/>
          <a:ln>
            <a:noFill/>
          </a:ln>
        </p:spPr>
      </p:sp>
      <p:sp>
        <p:nvSpPr>
          <p:cNvPr id="123" name="Google Shape;123;p22"/>
          <p:cNvSpPr>
            <a:spLocks noGrp="1"/>
          </p:cNvSpPr>
          <p:nvPr>
            <p:ph type="pic" idx="4"/>
          </p:nvPr>
        </p:nvSpPr>
        <p:spPr>
          <a:xfrm>
            <a:off x="7002270" y="118913"/>
            <a:ext cx="1643700" cy="1535100"/>
          </a:xfrm>
          <a:prstGeom prst="rect">
            <a:avLst/>
          </a:prstGeom>
          <a:noFill/>
          <a:ln>
            <a:noFill/>
          </a:ln>
        </p:spPr>
      </p:sp>
      <p:sp>
        <p:nvSpPr>
          <p:cNvPr id="124" name="Google Shape;124;p22"/>
          <p:cNvSpPr>
            <a:spLocks noGrp="1"/>
          </p:cNvSpPr>
          <p:nvPr>
            <p:ph type="pic" idx="5"/>
          </p:nvPr>
        </p:nvSpPr>
        <p:spPr>
          <a:xfrm>
            <a:off x="3389588" y="1804212"/>
            <a:ext cx="1643700" cy="1535100"/>
          </a:xfrm>
          <a:prstGeom prst="rect">
            <a:avLst/>
          </a:prstGeom>
          <a:noFill/>
          <a:ln>
            <a:noFill/>
          </a:ln>
        </p:spPr>
      </p:sp>
      <p:sp>
        <p:nvSpPr>
          <p:cNvPr id="125" name="Google Shape;125;p22"/>
          <p:cNvSpPr>
            <a:spLocks noGrp="1"/>
          </p:cNvSpPr>
          <p:nvPr>
            <p:ph type="pic" idx="6"/>
          </p:nvPr>
        </p:nvSpPr>
        <p:spPr>
          <a:xfrm>
            <a:off x="5195922" y="1804212"/>
            <a:ext cx="1643700" cy="1535100"/>
          </a:xfrm>
          <a:prstGeom prst="rect">
            <a:avLst/>
          </a:prstGeom>
          <a:noFill/>
          <a:ln>
            <a:noFill/>
          </a:ln>
        </p:spPr>
      </p:sp>
      <p:sp>
        <p:nvSpPr>
          <p:cNvPr id="126" name="Google Shape;126;p22"/>
          <p:cNvSpPr>
            <a:spLocks noGrp="1"/>
          </p:cNvSpPr>
          <p:nvPr>
            <p:ph type="pic" idx="7"/>
          </p:nvPr>
        </p:nvSpPr>
        <p:spPr>
          <a:xfrm>
            <a:off x="7002257" y="1804212"/>
            <a:ext cx="1643700" cy="1535100"/>
          </a:xfrm>
          <a:prstGeom prst="rect">
            <a:avLst/>
          </a:prstGeom>
          <a:noFill/>
          <a:ln>
            <a:noFill/>
          </a:ln>
        </p:spPr>
      </p:sp>
      <p:sp>
        <p:nvSpPr>
          <p:cNvPr id="127" name="Google Shape;127;p22"/>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8" name="Google Shape;128;p22"/>
          <p:cNvSpPr>
            <a:spLocks noGrp="1"/>
          </p:cNvSpPr>
          <p:nvPr>
            <p:ph type="pic" idx="8"/>
          </p:nvPr>
        </p:nvSpPr>
        <p:spPr>
          <a:xfrm>
            <a:off x="3389588" y="3489487"/>
            <a:ext cx="1643700" cy="1535100"/>
          </a:xfrm>
          <a:prstGeom prst="rect">
            <a:avLst/>
          </a:prstGeom>
          <a:noFill/>
          <a:ln>
            <a:noFill/>
          </a:ln>
        </p:spPr>
      </p:sp>
      <p:sp>
        <p:nvSpPr>
          <p:cNvPr id="129" name="Google Shape;129;p22"/>
          <p:cNvSpPr>
            <a:spLocks noGrp="1"/>
          </p:cNvSpPr>
          <p:nvPr>
            <p:ph type="pic" idx="9"/>
          </p:nvPr>
        </p:nvSpPr>
        <p:spPr>
          <a:xfrm>
            <a:off x="5195922" y="3489487"/>
            <a:ext cx="1643700" cy="1535100"/>
          </a:xfrm>
          <a:prstGeom prst="rect">
            <a:avLst/>
          </a:prstGeom>
          <a:noFill/>
          <a:ln>
            <a:noFill/>
          </a:ln>
        </p:spPr>
      </p:sp>
      <p:sp>
        <p:nvSpPr>
          <p:cNvPr id="130" name="Google Shape;130;p22"/>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ver" type="title">
  <p:cSld name="TITLE">
    <p:spTree>
      <p:nvGrpSpPr>
        <p:cNvPr id="1" name="Shape 131"/>
        <p:cNvGrpSpPr/>
        <p:nvPr/>
      </p:nvGrpSpPr>
      <p:grpSpPr>
        <a:xfrm>
          <a:off x="0" y="0"/>
          <a:ext cx="0" cy="0"/>
          <a:chOff x="0" y="0"/>
          <a:chExt cx="0" cy="0"/>
        </a:xfrm>
      </p:grpSpPr>
      <p:sp>
        <p:nvSpPr>
          <p:cNvPr id="132" name="Google Shape;132;p23"/>
          <p:cNvSpPr>
            <a:spLocks noGrp="1"/>
          </p:cNvSpPr>
          <p:nvPr>
            <p:ph type="pic" idx="2"/>
          </p:nvPr>
        </p:nvSpPr>
        <p:spPr>
          <a:xfrm>
            <a:off x="125700" y="125600"/>
            <a:ext cx="8892900" cy="2452800"/>
          </a:xfrm>
          <a:prstGeom prst="roundRect">
            <a:avLst>
              <a:gd name="adj" fmla="val 16667"/>
            </a:avLst>
          </a:prstGeom>
          <a:noFill/>
          <a:ln>
            <a:noFill/>
          </a:ln>
        </p:spPr>
      </p:sp>
      <p:sp>
        <p:nvSpPr>
          <p:cNvPr id="133" name="Google Shape;133;p23"/>
          <p:cNvSpPr txBox="1">
            <a:spLocks noGrp="1"/>
          </p:cNvSpPr>
          <p:nvPr>
            <p:ph type="title"/>
          </p:nvPr>
        </p:nvSpPr>
        <p:spPr>
          <a:xfrm>
            <a:off x="125700" y="2649900"/>
            <a:ext cx="5705400" cy="11382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2800"/>
            </a:lvl1pPr>
            <a:lvl2pPr lvl="1">
              <a:spcBef>
                <a:spcPts val="0"/>
              </a:spcBef>
              <a:spcAft>
                <a:spcPts val="0"/>
              </a:spcAft>
              <a:buSzPts val="2800"/>
              <a:buNone/>
              <a:defRPr sz="2800">
                <a:latin typeface="Roboto"/>
                <a:ea typeface="Roboto"/>
                <a:cs typeface="Roboto"/>
                <a:sym typeface="Roboto"/>
              </a:defRPr>
            </a:lvl2pPr>
            <a:lvl3pPr lvl="2">
              <a:spcBef>
                <a:spcPts val="0"/>
              </a:spcBef>
              <a:spcAft>
                <a:spcPts val="0"/>
              </a:spcAft>
              <a:buSzPts val="2800"/>
              <a:buNone/>
              <a:defRPr sz="2800">
                <a:latin typeface="Roboto"/>
                <a:ea typeface="Roboto"/>
                <a:cs typeface="Roboto"/>
                <a:sym typeface="Roboto"/>
              </a:defRPr>
            </a:lvl3pPr>
            <a:lvl4pPr lvl="3">
              <a:spcBef>
                <a:spcPts val="0"/>
              </a:spcBef>
              <a:spcAft>
                <a:spcPts val="0"/>
              </a:spcAft>
              <a:buSzPts val="2800"/>
              <a:buNone/>
              <a:defRPr sz="2800">
                <a:latin typeface="Roboto"/>
                <a:ea typeface="Roboto"/>
                <a:cs typeface="Roboto"/>
                <a:sym typeface="Roboto"/>
              </a:defRPr>
            </a:lvl4pPr>
            <a:lvl5pPr lvl="4">
              <a:spcBef>
                <a:spcPts val="0"/>
              </a:spcBef>
              <a:spcAft>
                <a:spcPts val="0"/>
              </a:spcAft>
              <a:buSzPts val="2800"/>
              <a:buNone/>
              <a:defRPr sz="2800">
                <a:latin typeface="Roboto"/>
                <a:ea typeface="Roboto"/>
                <a:cs typeface="Roboto"/>
                <a:sym typeface="Roboto"/>
              </a:defRPr>
            </a:lvl5pPr>
            <a:lvl6pPr lvl="5">
              <a:spcBef>
                <a:spcPts val="0"/>
              </a:spcBef>
              <a:spcAft>
                <a:spcPts val="0"/>
              </a:spcAft>
              <a:buSzPts val="2800"/>
              <a:buNone/>
              <a:defRPr sz="2800">
                <a:latin typeface="Roboto"/>
                <a:ea typeface="Roboto"/>
                <a:cs typeface="Roboto"/>
                <a:sym typeface="Roboto"/>
              </a:defRPr>
            </a:lvl6pPr>
            <a:lvl7pPr lvl="6">
              <a:spcBef>
                <a:spcPts val="0"/>
              </a:spcBef>
              <a:spcAft>
                <a:spcPts val="0"/>
              </a:spcAft>
              <a:buSzPts val="2800"/>
              <a:buNone/>
              <a:defRPr sz="2800">
                <a:latin typeface="Roboto"/>
                <a:ea typeface="Roboto"/>
                <a:cs typeface="Roboto"/>
                <a:sym typeface="Roboto"/>
              </a:defRPr>
            </a:lvl7pPr>
            <a:lvl8pPr lvl="7">
              <a:spcBef>
                <a:spcPts val="0"/>
              </a:spcBef>
              <a:spcAft>
                <a:spcPts val="0"/>
              </a:spcAft>
              <a:buSzPts val="2800"/>
              <a:buNone/>
              <a:defRPr sz="2800">
                <a:latin typeface="Roboto"/>
                <a:ea typeface="Roboto"/>
                <a:cs typeface="Roboto"/>
                <a:sym typeface="Roboto"/>
              </a:defRPr>
            </a:lvl8pPr>
            <a:lvl9pPr lvl="8">
              <a:spcBef>
                <a:spcPts val="0"/>
              </a:spcBef>
              <a:spcAft>
                <a:spcPts val="0"/>
              </a:spcAft>
              <a:buSzPts val="2800"/>
              <a:buNone/>
              <a:defRPr sz="2800">
                <a:latin typeface="Roboto"/>
                <a:ea typeface="Roboto"/>
                <a:cs typeface="Roboto"/>
                <a:sym typeface="Roboto"/>
              </a:defRPr>
            </a:lvl9pPr>
          </a:lstStyle>
          <a:p>
            <a:endParaRPr/>
          </a:p>
        </p:txBody>
      </p:sp>
      <p:sp>
        <p:nvSpPr>
          <p:cNvPr id="134" name="Google Shape;134;p23"/>
          <p:cNvSpPr txBox="1">
            <a:spLocks noGrp="1"/>
          </p:cNvSpPr>
          <p:nvPr>
            <p:ph type="subTitle" idx="1"/>
          </p:nvPr>
        </p:nvSpPr>
        <p:spPr>
          <a:xfrm>
            <a:off x="6502400" y="2649900"/>
            <a:ext cx="2516100" cy="586200"/>
          </a:xfrm>
          <a:prstGeom prst="rect">
            <a:avLst/>
          </a:prstGeom>
        </p:spPr>
        <p:txBody>
          <a:bodyPr spcFirstLastPara="1" wrap="square" lIns="91425" tIns="91425" rIns="91425" bIns="91425" anchor="t" anchorCtr="0">
            <a:noAutofit/>
          </a:bodyPr>
          <a:lstStyle>
            <a:lvl1pPr lvl="0" algn="r">
              <a:spcBef>
                <a:spcPts val="0"/>
              </a:spcBef>
              <a:spcAft>
                <a:spcPts val="0"/>
              </a:spcAft>
              <a:buSzPts val="1800"/>
              <a:buNone/>
              <a:defRPr sz="1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135" name="Google Shape;135;p23"/>
          <p:cNvSpPr txBox="1">
            <a:spLocks noGrp="1"/>
          </p:cNvSpPr>
          <p:nvPr>
            <p:ph type="body" idx="3"/>
          </p:nvPr>
        </p:nvSpPr>
        <p:spPr>
          <a:xfrm>
            <a:off x="122125" y="4701375"/>
            <a:ext cx="2394900" cy="316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36" name="Google Shape;136;p23"/>
          <p:cNvSpPr txBox="1">
            <a:spLocks noGrp="1"/>
          </p:cNvSpPr>
          <p:nvPr>
            <p:ph type="body" idx="4"/>
          </p:nvPr>
        </p:nvSpPr>
        <p:spPr>
          <a:xfrm>
            <a:off x="6628100" y="4701375"/>
            <a:ext cx="2390100" cy="316500"/>
          </a:xfrm>
          <a:prstGeom prst="rect">
            <a:avLst/>
          </a:prstGeom>
        </p:spPr>
        <p:txBody>
          <a:bodyPr spcFirstLastPara="1" wrap="square" lIns="91425" tIns="91425" rIns="91425" bIns="91425" anchor="t" anchorCtr="0">
            <a:noAutofit/>
          </a:bodyPr>
          <a:lstStyle>
            <a:lvl1pPr marL="457200" lvl="0" indent="-317500" algn="r">
              <a:spcBef>
                <a:spcPts val="0"/>
              </a:spcBef>
              <a:spcAft>
                <a:spcPts val="0"/>
              </a:spcAft>
              <a:buSzPts val="1400"/>
              <a:buChar char="●"/>
              <a:defRPr/>
            </a:lvl1pPr>
            <a:lvl2pPr marL="914400" lvl="1" indent="-317500" algn="r">
              <a:spcBef>
                <a:spcPts val="0"/>
              </a:spcBef>
              <a:spcAft>
                <a:spcPts val="0"/>
              </a:spcAft>
              <a:buSzPts val="1400"/>
              <a:buChar char="○"/>
              <a:defRPr/>
            </a:lvl2pPr>
            <a:lvl3pPr marL="1371600" lvl="2" indent="-317500" algn="r">
              <a:spcBef>
                <a:spcPts val="0"/>
              </a:spcBef>
              <a:spcAft>
                <a:spcPts val="0"/>
              </a:spcAft>
              <a:buSzPts val="1400"/>
              <a:buChar char="■"/>
              <a:defRPr/>
            </a:lvl3pPr>
            <a:lvl4pPr marL="1828800" lvl="3" indent="-317500" algn="r">
              <a:spcBef>
                <a:spcPts val="0"/>
              </a:spcBef>
              <a:spcAft>
                <a:spcPts val="0"/>
              </a:spcAft>
              <a:buSzPts val="1400"/>
              <a:buChar char="●"/>
              <a:defRPr/>
            </a:lvl4pPr>
            <a:lvl5pPr marL="2286000" lvl="4" indent="-317500" algn="r">
              <a:spcBef>
                <a:spcPts val="0"/>
              </a:spcBef>
              <a:spcAft>
                <a:spcPts val="0"/>
              </a:spcAft>
              <a:buSzPts val="1400"/>
              <a:buChar char="○"/>
              <a:defRPr/>
            </a:lvl5pPr>
            <a:lvl6pPr marL="2743200" lvl="5" indent="-317500" algn="r">
              <a:spcBef>
                <a:spcPts val="0"/>
              </a:spcBef>
              <a:spcAft>
                <a:spcPts val="0"/>
              </a:spcAft>
              <a:buSzPts val="1400"/>
              <a:buChar char="■"/>
              <a:defRPr/>
            </a:lvl6pPr>
            <a:lvl7pPr marL="3200400" lvl="6" indent="-317500" algn="r">
              <a:spcBef>
                <a:spcPts val="0"/>
              </a:spcBef>
              <a:spcAft>
                <a:spcPts val="0"/>
              </a:spcAft>
              <a:buSzPts val="1400"/>
              <a:buChar char="●"/>
              <a:defRPr/>
            </a:lvl7pPr>
            <a:lvl8pPr marL="3657600" lvl="7" indent="-317500" algn="r">
              <a:spcBef>
                <a:spcPts val="0"/>
              </a:spcBef>
              <a:spcAft>
                <a:spcPts val="0"/>
              </a:spcAft>
              <a:buSzPts val="1400"/>
              <a:buChar char="○"/>
              <a:defRPr/>
            </a:lvl8pPr>
            <a:lvl9pPr marL="4114800" lvl="8" indent="-317500" algn="r">
              <a:spcBef>
                <a:spcPts val="0"/>
              </a:spcBef>
              <a:spcAft>
                <a:spcPts val="0"/>
              </a:spcAft>
              <a:buSzPts val="1400"/>
              <a:buChar char="■"/>
              <a:defRPr/>
            </a:lvl9pPr>
          </a:lstStyle>
          <a:p>
            <a:endParaRPr/>
          </a:p>
        </p:txBody>
      </p:sp>
      <p:sp>
        <p:nvSpPr>
          <p:cNvPr id="137" name="Google Shape;137;p23"/>
          <p:cNvSpPr txBox="1"/>
          <p:nvPr/>
        </p:nvSpPr>
        <p:spPr>
          <a:xfrm>
            <a:off x="7921775" y="3008400"/>
            <a:ext cx="1245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Worksheet">
  <p:cSld name="SECTION_HEADER_1">
    <p:bg>
      <p:bgPr>
        <a:solidFill>
          <a:schemeClr val="lt1"/>
        </a:solidFill>
        <a:effectLst/>
      </p:bgPr>
    </p:bg>
    <p:spTree>
      <p:nvGrpSpPr>
        <p:cNvPr id="1" name="Shape 138"/>
        <p:cNvGrpSpPr/>
        <p:nvPr/>
      </p:nvGrpSpPr>
      <p:grpSpPr>
        <a:xfrm>
          <a:off x="0" y="0"/>
          <a:ext cx="0" cy="0"/>
          <a:chOff x="0" y="0"/>
          <a:chExt cx="0" cy="0"/>
        </a:xfrm>
      </p:grpSpPr>
      <p:sp>
        <p:nvSpPr>
          <p:cNvPr id="139" name="Google Shape;139;p24"/>
          <p:cNvSpPr/>
          <p:nvPr/>
        </p:nvSpPr>
        <p:spPr>
          <a:xfrm rot="5400000">
            <a:off x="4391175" y="560850"/>
            <a:ext cx="321000" cy="8851800"/>
          </a:xfrm>
          <a:prstGeom prst="round2SameRect">
            <a:avLst>
              <a:gd name="adj1" fmla="val 50000"/>
              <a:gd name="adj2"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40" name="Google Shape;140;p24"/>
          <p:cNvSpPr/>
          <p:nvPr/>
        </p:nvSpPr>
        <p:spPr>
          <a:xfrm rot="5400000">
            <a:off x="8611250" y="4735800"/>
            <a:ext cx="321000" cy="494100"/>
          </a:xfrm>
          <a:prstGeom prst="round2SameRect">
            <a:avLst>
              <a:gd name="adj1" fmla="val 50000"/>
              <a:gd name="adj2"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41" name="Google Shape;141;p24"/>
          <p:cNvCxnSpPr/>
          <p:nvPr/>
        </p:nvCxnSpPr>
        <p:spPr>
          <a:xfrm>
            <a:off x="2762250" y="4827350"/>
            <a:ext cx="0" cy="316800"/>
          </a:xfrm>
          <a:prstGeom prst="straightConnector1">
            <a:avLst/>
          </a:prstGeom>
          <a:noFill/>
          <a:ln w="9525" cap="flat" cmpd="sng">
            <a:solidFill>
              <a:schemeClr val="dk1"/>
            </a:solidFill>
            <a:prstDash val="solid"/>
            <a:round/>
            <a:headEnd type="none" w="med" len="med"/>
            <a:tailEnd type="none" w="med" len="med"/>
          </a:ln>
        </p:spPr>
      </p:cxnSp>
      <p:sp>
        <p:nvSpPr>
          <p:cNvPr id="142" name="Google Shape;142;p24"/>
          <p:cNvSpPr txBox="1">
            <a:spLocks noGrp="1"/>
          </p:cNvSpPr>
          <p:nvPr>
            <p:ph type="subTitle" idx="1"/>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143" name="Google Shape;143;p24"/>
          <p:cNvSpPr txBox="1">
            <a:spLocks noGrp="1"/>
          </p:cNvSpPr>
          <p:nvPr>
            <p:ph type="subTitle" idx="2"/>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144" name="Google Shape;144;p24"/>
          <p:cNvSpPr txBox="1">
            <a:spLocks noGrp="1"/>
          </p:cNvSpPr>
          <p:nvPr>
            <p:ph type="title"/>
          </p:nvPr>
        </p:nvSpPr>
        <p:spPr>
          <a:xfrm>
            <a:off x="125700" y="125600"/>
            <a:ext cx="3314100" cy="5439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p24"/>
          <p:cNvSpPr txBox="1">
            <a:spLocks noGrp="1"/>
          </p:cNvSpPr>
          <p:nvPr>
            <p:ph type="subTitle" idx="3"/>
          </p:nvPr>
        </p:nvSpPr>
        <p:spPr>
          <a:xfrm>
            <a:off x="5831600" y="236604"/>
            <a:ext cx="3187200" cy="360300"/>
          </a:xfrm>
          <a:prstGeom prst="rect">
            <a:avLst/>
          </a:prstGeom>
        </p:spPr>
        <p:txBody>
          <a:bodyPr spcFirstLastPara="1" wrap="square" lIns="91425" tIns="91425" rIns="91425" bIns="91425" anchor="ctr" anchorCtr="0">
            <a:noAutofit/>
          </a:bodyPr>
          <a:lstStyle>
            <a:lvl1pPr lvl="0" algn="r">
              <a:spcBef>
                <a:spcPts val="0"/>
              </a:spcBef>
              <a:spcAft>
                <a:spcPts val="0"/>
              </a:spcAft>
              <a:buSzPts val="1000"/>
              <a:buNone/>
              <a:defRPr/>
            </a:lvl1pPr>
            <a:lvl2pPr lvl="1" algn="r">
              <a:spcBef>
                <a:spcPts val="0"/>
              </a:spcBef>
              <a:spcAft>
                <a:spcPts val="0"/>
              </a:spcAft>
              <a:buSzPts val="1400"/>
              <a:buNone/>
              <a:defRPr sz="1400"/>
            </a:lvl2pPr>
            <a:lvl3pPr lvl="2" algn="r">
              <a:spcBef>
                <a:spcPts val="0"/>
              </a:spcBef>
              <a:spcAft>
                <a:spcPts val="0"/>
              </a:spcAft>
              <a:buSzPts val="1400"/>
              <a:buNone/>
              <a:defRPr sz="1400"/>
            </a:lvl3pPr>
            <a:lvl4pPr lvl="3" algn="r">
              <a:spcBef>
                <a:spcPts val="0"/>
              </a:spcBef>
              <a:spcAft>
                <a:spcPts val="0"/>
              </a:spcAft>
              <a:buSzPts val="1400"/>
              <a:buNone/>
              <a:defRPr sz="1400"/>
            </a:lvl4pPr>
            <a:lvl5pPr lvl="4" algn="r">
              <a:spcBef>
                <a:spcPts val="0"/>
              </a:spcBef>
              <a:spcAft>
                <a:spcPts val="0"/>
              </a:spcAft>
              <a:buSzPts val="1400"/>
              <a:buNone/>
              <a:defRPr sz="1400"/>
            </a:lvl5pPr>
            <a:lvl6pPr lvl="5" algn="r">
              <a:spcBef>
                <a:spcPts val="0"/>
              </a:spcBef>
              <a:spcAft>
                <a:spcPts val="0"/>
              </a:spcAft>
              <a:buSzPts val="1400"/>
              <a:buNone/>
              <a:defRPr sz="1400"/>
            </a:lvl6pPr>
            <a:lvl7pPr lvl="6" algn="r">
              <a:spcBef>
                <a:spcPts val="0"/>
              </a:spcBef>
              <a:spcAft>
                <a:spcPts val="0"/>
              </a:spcAft>
              <a:buSzPts val="1400"/>
              <a:buNone/>
              <a:defRPr sz="1400"/>
            </a:lvl7pPr>
            <a:lvl8pPr lvl="7" algn="r">
              <a:spcBef>
                <a:spcPts val="0"/>
              </a:spcBef>
              <a:spcAft>
                <a:spcPts val="0"/>
              </a:spcAft>
              <a:buSzPts val="1400"/>
              <a:buNone/>
              <a:defRPr sz="1400"/>
            </a:lvl8pPr>
            <a:lvl9pPr lvl="8" algn="r">
              <a:spcBef>
                <a:spcPts val="0"/>
              </a:spcBef>
              <a:spcAft>
                <a:spcPts val="0"/>
              </a:spcAft>
              <a:buSzPts val="1400"/>
              <a:buNone/>
              <a:defRPr sz="1400"/>
            </a:lvl9pPr>
          </a:lstStyle>
          <a:p>
            <a:endParaRPr/>
          </a:p>
        </p:txBody>
      </p:sp>
      <p:sp>
        <p:nvSpPr>
          <p:cNvPr id="146" name="Google Shape;146;p24"/>
          <p:cNvSpPr>
            <a:spLocks noGrp="1"/>
          </p:cNvSpPr>
          <p:nvPr>
            <p:ph type="pic" idx="4"/>
          </p:nvPr>
        </p:nvSpPr>
        <p:spPr>
          <a:xfrm>
            <a:off x="251400" y="2828798"/>
            <a:ext cx="1468500" cy="1872900"/>
          </a:xfrm>
          <a:prstGeom prst="roundRect">
            <a:avLst>
              <a:gd name="adj" fmla="val 16667"/>
            </a:avLst>
          </a:prstGeom>
          <a:noFill/>
          <a:ln>
            <a:noFill/>
          </a:ln>
        </p:spPr>
      </p:sp>
      <p:sp>
        <p:nvSpPr>
          <p:cNvPr id="147" name="Google Shape;147;p24"/>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ustom agenda" type="tx">
  <p:cSld name="TITLE_AND_BODY">
    <p:bg>
      <p:bgPr>
        <a:solidFill>
          <a:schemeClr val="dk1"/>
        </a:solidFill>
        <a:effectLst/>
      </p:bgPr>
    </p:bg>
    <p:spTree>
      <p:nvGrpSpPr>
        <p:cNvPr id="1" name="Shape 148"/>
        <p:cNvGrpSpPr/>
        <p:nvPr/>
      </p:nvGrpSpPr>
      <p:grpSpPr>
        <a:xfrm>
          <a:off x="0" y="0"/>
          <a:ext cx="0" cy="0"/>
          <a:chOff x="0" y="0"/>
          <a:chExt cx="0" cy="0"/>
        </a:xfrm>
      </p:grpSpPr>
      <p:sp>
        <p:nvSpPr>
          <p:cNvPr id="149" name="Google Shape;149;p25"/>
          <p:cNvSpPr/>
          <p:nvPr/>
        </p:nvSpPr>
        <p:spPr>
          <a:xfrm rot="5400000">
            <a:off x="4391175" y="560850"/>
            <a:ext cx="321000" cy="8851800"/>
          </a:xfrm>
          <a:prstGeom prst="round2SameRect">
            <a:avLst>
              <a:gd name="adj1" fmla="val 50000"/>
              <a:gd name="adj2" fmla="val 5000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50" name="Google Shape;150;p25"/>
          <p:cNvSpPr/>
          <p:nvPr/>
        </p:nvSpPr>
        <p:spPr>
          <a:xfrm>
            <a:off x="125700" y="125597"/>
            <a:ext cx="3985500" cy="45759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5"/>
          <p:cNvSpPr/>
          <p:nvPr/>
        </p:nvSpPr>
        <p:spPr>
          <a:xfrm>
            <a:off x="4236800" y="125550"/>
            <a:ext cx="4782600" cy="4575900"/>
          </a:xfrm>
          <a:prstGeom prst="roundRect">
            <a:avLst>
              <a:gd name="adj"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5"/>
          <p:cNvSpPr txBox="1">
            <a:spLocks noGrp="1"/>
          </p:cNvSpPr>
          <p:nvPr>
            <p:ph type="title"/>
          </p:nvPr>
        </p:nvSpPr>
        <p:spPr>
          <a:xfrm>
            <a:off x="4500950" y="349600"/>
            <a:ext cx="4254300" cy="14679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Font typeface="Libre Baskerville"/>
              <a:buNone/>
              <a:defRPr sz="7200">
                <a:solidFill>
                  <a:schemeClr val="lt1"/>
                </a:solidFill>
              </a:defRPr>
            </a:lvl2pPr>
            <a:lvl3pPr lvl="2">
              <a:spcBef>
                <a:spcPts val="0"/>
              </a:spcBef>
              <a:spcAft>
                <a:spcPts val="0"/>
              </a:spcAft>
              <a:buClr>
                <a:schemeClr val="lt1"/>
              </a:buClr>
              <a:buSzPts val="7200"/>
              <a:buFont typeface="Libre Baskerville"/>
              <a:buNone/>
              <a:defRPr sz="7200">
                <a:solidFill>
                  <a:schemeClr val="lt1"/>
                </a:solidFill>
              </a:defRPr>
            </a:lvl3pPr>
            <a:lvl4pPr lvl="3">
              <a:spcBef>
                <a:spcPts val="0"/>
              </a:spcBef>
              <a:spcAft>
                <a:spcPts val="0"/>
              </a:spcAft>
              <a:buClr>
                <a:schemeClr val="lt1"/>
              </a:buClr>
              <a:buSzPts val="7200"/>
              <a:buFont typeface="Libre Baskerville"/>
              <a:buNone/>
              <a:defRPr sz="7200">
                <a:solidFill>
                  <a:schemeClr val="lt1"/>
                </a:solidFill>
              </a:defRPr>
            </a:lvl4pPr>
            <a:lvl5pPr lvl="4">
              <a:spcBef>
                <a:spcPts val="0"/>
              </a:spcBef>
              <a:spcAft>
                <a:spcPts val="0"/>
              </a:spcAft>
              <a:buClr>
                <a:schemeClr val="lt1"/>
              </a:buClr>
              <a:buSzPts val="7200"/>
              <a:buFont typeface="Libre Baskerville"/>
              <a:buNone/>
              <a:defRPr sz="7200">
                <a:solidFill>
                  <a:schemeClr val="lt1"/>
                </a:solidFill>
              </a:defRPr>
            </a:lvl5pPr>
            <a:lvl6pPr lvl="5">
              <a:spcBef>
                <a:spcPts val="0"/>
              </a:spcBef>
              <a:spcAft>
                <a:spcPts val="0"/>
              </a:spcAft>
              <a:buClr>
                <a:schemeClr val="lt1"/>
              </a:buClr>
              <a:buSzPts val="7200"/>
              <a:buFont typeface="Libre Baskerville"/>
              <a:buNone/>
              <a:defRPr sz="7200">
                <a:solidFill>
                  <a:schemeClr val="lt1"/>
                </a:solidFill>
              </a:defRPr>
            </a:lvl6pPr>
            <a:lvl7pPr lvl="6">
              <a:spcBef>
                <a:spcPts val="0"/>
              </a:spcBef>
              <a:spcAft>
                <a:spcPts val="0"/>
              </a:spcAft>
              <a:buClr>
                <a:schemeClr val="lt1"/>
              </a:buClr>
              <a:buSzPts val="7200"/>
              <a:buFont typeface="Libre Baskerville"/>
              <a:buNone/>
              <a:defRPr sz="7200">
                <a:solidFill>
                  <a:schemeClr val="lt1"/>
                </a:solidFill>
              </a:defRPr>
            </a:lvl7pPr>
            <a:lvl8pPr lvl="7">
              <a:spcBef>
                <a:spcPts val="0"/>
              </a:spcBef>
              <a:spcAft>
                <a:spcPts val="0"/>
              </a:spcAft>
              <a:buClr>
                <a:schemeClr val="lt1"/>
              </a:buClr>
              <a:buSzPts val="7200"/>
              <a:buFont typeface="Libre Baskerville"/>
              <a:buNone/>
              <a:defRPr sz="7200">
                <a:solidFill>
                  <a:schemeClr val="lt1"/>
                </a:solidFill>
              </a:defRPr>
            </a:lvl8pPr>
            <a:lvl9pPr lvl="8">
              <a:spcBef>
                <a:spcPts val="0"/>
              </a:spcBef>
              <a:spcAft>
                <a:spcPts val="0"/>
              </a:spcAft>
              <a:buClr>
                <a:schemeClr val="lt1"/>
              </a:buClr>
              <a:buSzPts val="7200"/>
              <a:buFont typeface="Libre Baskerville"/>
              <a:buNone/>
              <a:defRPr sz="7200">
                <a:solidFill>
                  <a:schemeClr val="lt1"/>
                </a:solidFill>
              </a:defRPr>
            </a:lvl9pPr>
          </a:lstStyle>
          <a:p>
            <a:endParaRPr/>
          </a:p>
        </p:txBody>
      </p:sp>
      <p:sp>
        <p:nvSpPr>
          <p:cNvPr id="153" name="Google Shape;153;p25"/>
          <p:cNvSpPr txBox="1">
            <a:spLocks noGrp="1"/>
          </p:cNvSpPr>
          <p:nvPr>
            <p:ph type="body" idx="1"/>
          </p:nvPr>
        </p:nvSpPr>
        <p:spPr>
          <a:xfrm>
            <a:off x="4543850" y="1752125"/>
            <a:ext cx="4168500" cy="2692800"/>
          </a:xfrm>
          <a:prstGeom prst="rect">
            <a:avLst/>
          </a:prstGeom>
        </p:spPr>
        <p:txBody>
          <a:bodyPr spcFirstLastPara="1" wrap="square" lIns="91425" tIns="91425" rIns="91425" bIns="91425" anchor="t" anchorCtr="0">
            <a:noAutofit/>
          </a:bodyPr>
          <a:lstStyle>
            <a:lvl1pPr marL="457200" lvl="0" indent="-406400">
              <a:spcBef>
                <a:spcPts val="0"/>
              </a:spcBef>
              <a:spcAft>
                <a:spcPts val="0"/>
              </a:spcAft>
              <a:buClr>
                <a:schemeClr val="lt1"/>
              </a:buClr>
              <a:buSzPts val="2800"/>
              <a:buFont typeface="Libre Baskerville"/>
              <a:buChar char="●"/>
              <a:defRPr sz="2800">
                <a:solidFill>
                  <a:schemeClr val="lt1"/>
                </a:solidFill>
                <a:latin typeface="Libre Baskerville"/>
                <a:ea typeface="Libre Baskerville"/>
                <a:cs typeface="Libre Baskerville"/>
                <a:sym typeface="Libre Baskerville"/>
              </a:defRPr>
            </a:lvl1pPr>
            <a:lvl2pPr marL="914400" lvl="1" indent="-406400">
              <a:spcBef>
                <a:spcPts val="0"/>
              </a:spcBef>
              <a:spcAft>
                <a:spcPts val="0"/>
              </a:spcAft>
              <a:buClr>
                <a:schemeClr val="lt1"/>
              </a:buClr>
              <a:buSzPts val="2800"/>
              <a:buFont typeface="Libre Baskerville"/>
              <a:buChar char="○"/>
              <a:defRPr sz="2800">
                <a:solidFill>
                  <a:schemeClr val="lt1"/>
                </a:solidFill>
                <a:latin typeface="Libre Baskerville"/>
                <a:ea typeface="Libre Baskerville"/>
                <a:cs typeface="Libre Baskerville"/>
                <a:sym typeface="Libre Baskerville"/>
              </a:defRPr>
            </a:lvl2pPr>
            <a:lvl3pPr marL="1371600" lvl="2" indent="-406400">
              <a:spcBef>
                <a:spcPts val="0"/>
              </a:spcBef>
              <a:spcAft>
                <a:spcPts val="0"/>
              </a:spcAft>
              <a:buClr>
                <a:schemeClr val="lt1"/>
              </a:buClr>
              <a:buSzPts val="2800"/>
              <a:buFont typeface="Libre Baskerville"/>
              <a:buChar char="■"/>
              <a:defRPr sz="2800">
                <a:solidFill>
                  <a:schemeClr val="lt1"/>
                </a:solidFill>
                <a:latin typeface="Libre Baskerville"/>
                <a:ea typeface="Libre Baskerville"/>
                <a:cs typeface="Libre Baskerville"/>
                <a:sym typeface="Libre Baskerville"/>
              </a:defRPr>
            </a:lvl3pPr>
            <a:lvl4pPr marL="1828800" lvl="3" indent="-406400">
              <a:spcBef>
                <a:spcPts val="0"/>
              </a:spcBef>
              <a:spcAft>
                <a:spcPts val="0"/>
              </a:spcAft>
              <a:buClr>
                <a:schemeClr val="lt1"/>
              </a:buClr>
              <a:buSzPts val="2800"/>
              <a:buFont typeface="Libre Baskerville"/>
              <a:buChar char="●"/>
              <a:defRPr sz="2800">
                <a:solidFill>
                  <a:schemeClr val="lt1"/>
                </a:solidFill>
                <a:latin typeface="Libre Baskerville"/>
                <a:ea typeface="Libre Baskerville"/>
                <a:cs typeface="Libre Baskerville"/>
                <a:sym typeface="Libre Baskerville"/>
              </a:defRPr>
            </a:lvl4pPr>
            <a:lvl5pPr marL="2286000" lvl="4" indent="-406400">
              <a:spcBef>
                <a:spcPts val="0"/>
              </a:spcBef>
              <a:spcAft>
                <a:spcPts val="0"/>
              </a:spcAft>
              <a:buClr>
                <a:schemeClr val="lt1"/>
              </a:buClr>
              <a:buSzPts val="2800"/>
              <a:buFont typeface="Libre Baskerville"/>
              <a:buChar char="○"/>
              <a:defRPr sz="2800">
                <a:solidFill>
                  <a:schemeClr val="lt1"/>
                </a:solidFill>
                <a:latin typeface="Libre Baskerville"/>
                <a:ea typeface="Libre Baskerville"/>
                <a:cs typeface="Libre Baskerville"/>
                <a:sym typeface="Libre Baskerville"/>
              </a:defRPr>
            </a:lvl5pPr>
            <a:lvl6pPr marL="2743200" lvl="5" indent="-406400">
              <a:spcBef>
                <a:spcPts val="0"/>
              </a:spcBef>
              <a:spcAft>
                <a:spcPts val="0"/>
              </a:spcAft>
              <a:buClr>
                <a:schemeClr val="lt1"/>
              </a:buClr>
              <a:buSzPts val="2800"/>
              <a:buFont typeface="Libre Baskerville"/>
              <a:buChar char="■"/>
              <a:defRPr sz="2800">
                <a:solidFill>
                  <a:schemeClr val="lt1"/>
                </a:solidFill>
                <a:latin typeface="Libre Baskerville"/>
                <a:ea typeface="Libre Baskerville"/>
                <a:cs typeface="Libre Baskerville"/>
                <a:sym typeface="Libre Baskerville"/>
              </a:defRPr>
            </a:lvl6pPr>
            <a:lvl7pPr marL="3200400" lvl="6" indent="-406400">
              <a:spcBef>
                <a:spcPts val="0"/>
              </a:spcBef>
              <a:spcAft>
                <a:spcPts val="0"/>
              </a:spcAft>
              <a:buClr>
                <a:schemeClr val="lt1"/>
              </a:buClr>
              <a:buSzPts val="2800"/>
              <a:buFont typeface="Libre Baskerville"/>
              <a:buChar char="●"/>
              <a:defRPr sz="2800">
                <a:solidFill>
                  <a:schemeClr val="lt1"/>
                </a:solidFill>
                <a:latin typeface="Libre Baskerville"/>
                <a:ea typeface="Libre Baskerville"/>
                <a:cs typeface="Libre Baskerville"/>
                <a:sym typeface="Libre Baskerville"/>
              </a:defRPr>
            </a:lvl7pPr>
            <a:lvl8pPr marL="3657600" lvl="7" indent="-406400">
              <a:spcBef>
                <a:spcPts val="0"/>
              </a:spcBef>
              <a:spcAft>
                <a:spcPts val="0"/>
              </a:spcAft>
              <a:buClr>
                <a:schemeClr val="lt1"/>
              </a:buClr>
              <a:buSzPts val="2800"/>
              <a:buFont typeface="Libre Baskerville"/>
              <a:buChar char="○"/>
              <a:defRPr sz="2800">
                <a:solidFill>
                  <a:schemeClr val="lt1"/>
                </a:solidFill>
                <a:latin typeface="Libre Baskerville"/>
                <a:ea typeface="Libre Baskerville"/>
                <a:cs typeface="Libre Baskerville"/>
                <a:sym typeface="Libre Baskerville"/>
              </a:defRPr>
            </a:lvl8pPr>
            <a:lvl9pPr marL="4114800" lvl="8" indent="-406400">
              <a:spcBef>
                <a:spcPts val="0"/>
              </a:spcBef>
              <a:spcAft>
                <a:spcPts val="0"/>
              </a:spcAft>
              <a:buClr>
                <a:schemeClr val="lt1"/>
              </a:buClr>
              <a:buSzPts val="2800"/>
              <a:buFont typeface="Libre Baskerville"/>
              <a:buChar char="■"/>
              <a:defRPr sz="2800">
                <a:solidFill>
                  <a:schemeClr val="lt1"/>
                </a:solidFill>
                <a:latin typeface="Libre Baskerville"/>
                <a:ea typeface="Libre Baskerville"/>
                <a:cs typeface="Libre Baskerville"/>
                <a:sym typeface="Libre Baskerville"/>
              </a:defRPr>
            </a:lvl9pPr>
          </a:lstStyle>
          <a:p>
            <a:endParaRPr/>
          </a:p>
        </p:txBody>
      </p:sp>
      <p:cxnSp>
        <p:nvCxnSpPr>
          <p:cNvPr id="154" name="Google Shape;154;p25"/>
          <p:cNvCxnSpPr/>
          <p:nvPr/>
        </p:nvCxnSpPr>
        <p:spPr>
          <a:xfrm>
            <a:off x="2762250" y="4827750"/>
            <a:ext cx="0" cy="316500"/>
          </a:xfrm>
          <a:prstGeom prst="straightConnector1">
            <a:avLst/>
          </a:prstGeom>
          <a:noFill/>
          <a:ln w="9525" cap="flat" cmpd="sng">
            <a:solidFill>
              <a:schemeClr val="lt1"/>
            </a:solidFill>
            <a:prstDash val="solid"/>
            <a:round/>
            <a:headEnd type="none" w="med" len="med"/>
            <a:tailEnd type="none" w="med" len="med"/>
          </a:ln>
        </p:spPr>
      </p:cxnSp>
      <p:sp>
        <p:nvSpPr>
          <p:cNvPr id="155" name="Google Shape;155;p25"/>
          <p:cNvSpPr txBox="1">
            <a:spLocks noGrp="1"/>
          </p:cNvSpPr>
          <p:nvPr>
            <p:ph type="subTitle" idx="2"/>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a:endParaRPr/>
          </a:p>
        </p:txBody>
      </p:sp>
      <p:sp>
        <p:nvSpPr>
          <p:cNvPr id="156" name="Google Shape;156;p25"/>
          <p:cNvSpPr txBox="1">
            <a:spLocks noGrp="1"/>
          </p:cNvSpPr>
          <p:nvPr>
            <p:ph type="subTitle" idx="3"/>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800"/>
              <a:buNone/>
              <a:defRPr sz="800">
                <a:solidFill>
                  <a:schemeClr val="lt1"/>
                </a:solidFill>
              </a:defRPr>
            </a:lvl1pPr>
            <a:lvl2pPr lvl="1" algn="ctr">
              <a:spcBef>
                <a:spcPts val="0"/>
              </a:spcBef>
              <a:spcAft>
                <a:spcPts val="0"/>
              </a:spcAft>
              <a:buClr>
                <a:schemeClr val="lt1"/>
              </a:buClr>
              <a:buSzPts val="1000"/>
              <a:buNone/>
              <a:defRPr>
                <a:solidFill>
                  <a:schemeClr val="lt1"/>
                </a:solidFill>
              </a:defRPr>
            </a:lvl2pPr>
            <a:lvl3pPr lvl="2" algn="ctr">
              <a:spcBef>
                <a:spcPts val="0"/>
              </a:spcBef>
              <a:spcAft>
                <a:spcPts val="0"/>
              </a:spcAft>
              <a:buClr>
                <a:schemeClr val="lt1"/>
              </a:buClr>
              <a:buSzPts val="1000"/>
              <a:buNone/>
              <a:defRPr>
                <a:solidFill>
                  <a:schemeClr val="lt1"/>
                </a:solidFill>
              </a:defRPr>
            </a:lvl3pPr>
            <a:lvl4pPr lvl="3" algn="ctr">
              <a:spcBef>
                <a:spcPts val="0"/>
              </a:spcBef>
              <a:spcAft>
                <a:spcPts val="0"/>
              </a:spcAft>
              <a:buClr>
                <a:schemeClr val="lt1"/>
              </a:buClr>
              <a:buSzPts val="1000"/>
              <a:buNone/>
              <a:defRPr>
                <a:solidFill>
                  <a:schemeClr val="lt1"/>
                </a:solidFill>
              </a:defRPr>
            </a:lvl4pPr>
            <a:lvl5pPr lvl="4" algn="ctr">
              <a:spcBef>
                <a:spcPts val="0"/>
              </a:spcBef>
              <a:spcAft>
                <a:spcPts val="0"/>
              </a:spcAft>
              <a:buClr>
                <a:schemeClr val="lt1"/>
              </a:buClr>
              <a:buSzPts val="1000"/>
              <a:buNone/>
              <a:defRPr>
                <a:solidFill>
                  <a:schemeClr val="lt1"/>
                </a:solidFill>
              </a:defRPr>
            </a:lvl5pPr>
            <a:lvl6pPr lvl="5" algn="ctr">
              <a:spcBef>
                <a:spcPts val="0"/>
              </a:spcBef>
              <a:spcAft>
                <a:spcPts val="0"/>
              </a:spcAft>
              <a:buClr>
                <a:schemeClr val="lt1"/>
              </a:buClr>
              <a:buSzPts val="1000"/>
              <a:buNone/>
              <a:defRPr>
                <a:solidFill>
                  <a:schemeClr val="lt1"/>
                </a:solidFill>
              </a:defRPr>
            </a:lvl6pPr>
            <a:lvl7pPr lvl="6" algn="ctr">
              <a:spcBef>
                <a:spcPts val="0"/>
              </a:spcBef>
              <a:spcAft>
                <a:spcPts val="0"/>
              </a:spcAft>
              <a:buClr>
                <a:schemeClr val="lt1"/>
              </a:buClr>
              <a:buSzPts val="1000"/>
              <a:buNone/>
              <a:defRPr>
                <a:solidFill>
                  <a:schemeClr val="lt1"/>
                </a:solidFill>
              </a:defRPr>
            </a:lvl7pPr>
            <a:lvl8pPr lvl="7" algn="ctr">
              <a:spcBef>
                <a:spcPts val="0"/>
              </a:spcBef>
              <a:spcAft>
                <a:spcPts val="0"/>
              </a:spcAft>
              <a:buClr>
                <a:schemeClr val="lt1"/>
              </a:buClr>
              <a:buSzPts val="1000"/>
              <a:buNone/>
              <a:defRPr>
                <a:solidFill>
                  <a:schemeClr val="lt1"/>
                </a:solidFill>
              </a:defRPr>
            </a:lvl8pPr>
            <a:lvl9pPr lvl="8" algn="ctr">
              <a:spcBef>
                <a:spcPts val="0"/>
              </a:spcBef>
              <a:spcAft>
                <a:spcPts val="0"/>
              </a:spcAft>
              <a:buClr>
                <a:schemeClr val="lt1"/>
              </a:buClr>
              <a:buSzPts val="1000"/>
              <a:buNone/>
              <a:defRPr>
                <a:solidFill>
                  <a:schemeClr val="lt1"/>
                </a:solidFill>
              </a:defRPr>
            </a:lvl9pPr>
          </a:lstStyle>
          <a:p>
            <a:endParaRPr/>
          </a:p>
        </p:txBody>
      </p:sp>
      <p:sp>
        <p:nvSpPr>
          <p:cNvPr id="157" name="Google Shape;157;p25"/>
          <p:cNvSpPr/>
          <p:nvPr/>
        </p:nvSpPr>
        <p:spPr>
          <a:xfrm rot="5400000">
            <a:off x="8611250" y="4735800"/>
            <a:ext cx="321000" cy="494100"/>
          </a:xfrm>
          <a:prstGeom prst="round2SameRect">
            <a:avLst>
              <a:gd name="adj1" fmla="val 50000"/>
              <a:gd name="adj2" fmla="val 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8" name="Google Shape;158;p25"/>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p:cSld name="TITLE_AND_TWO_COLUMNS_1">
    <p:spTree>
      <p:nvGrpSpPr>
        <p:cNvPr id="1" name="Shape 159"/>
        <p:cNvGrpSpPr/>
        <p:nvPr/>
      </p:nvGrpSpPr>
      <p:grpSpPr>
        <a:xfrm>
          <a:off x="0" y="0"/>
          <a:ext cx="0" cy="0"/>
          <a:chOff x="0" y="0"/>
          <a:chExt cx="0" cy="0"/>
        </a:xfrm>
      </p:grpSpPr>
      <p:sp>
        <p:nvSpPr>
          <p:cNvPr id="160" name="Google Shape;160;p26"/>
          <p:cNvSpPr/>
          <p:nvPr/>
        </p:nvSpPr>
        <p:spPr>
          <a:xfrm rot="5400000">
            <a:off x="4391175" y="560850"/>
            <a:ext cx="321000" cy="8851800"/>
          </a:xfrm>
          <a:prstGeom prst="round2SameRect">
            <a:avLst>
              <a:gd name="adj1" fmla="val 50000"/>
              <a:gd name="adj2"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61" name="Google Shape;161;p26"/>
          <p:cNvSpPr>
            <a:spLocks noGrp="1"/>
          </p:cNvSpPr>
          <p:nvPr>
            <p:ph type="pic" idx="2"/>
          </p:nvPr>
        </p:nvSpPr>
        <p:spPr>
          <a:xfrm>
            <a:off x="251400" y="2828798"/>
            <a:ext cx="1468500" cy="1872900"/>
          </a:xfrm>
          <a:prstGeom prst="roundRect">
            <a:avLst>
              <a:gd name="adj" fmla="val 16667"/>
            </a:avLst>
          </a:prstGeom>
          <a:noFill/>
          <a:ln>
            <a:noFill/>
          </a:ln>
        </p:spPr>
      </p:sp>
      <p:sp>
        <p:nvSpPr>
          <p:cNvPr id="162" name="Google Shape;162;p26"/>
          <p:cNvSpPr txBox="1">
            <a:spLocks noGrp="1"/>
          </p:cNvSpPr>
          <p:nvPr>
            <p:ph type="title"/>
          </p:nvPr>
        </p:nvSpPr>
        <p:spPr>
          <a:xfrm>
            <a:off x="251400" y="1670323"/>
            <a:ext cx="1468500" cy="470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spcBef>
                <a:spcPts val="0"/>
              </a:spcBef>
              <a:spcAft>
                <a:spcPts val="0"/>
              </a:spcAft>
              <a:buSzPts val="1400"/>
              <a:buFont typeface="Libre Baskerville"/>
              <a:buNone/>
              <a:defRPr/>
            </a:lvl2pPr>
            <a:lvl3pPr lvl="2">
              <a:spcBef>
                <a:spcPts val="0"/>
              </a:spcBef>
              <a:spcAft>
                <a:spcPts val="0"/>
              </a:spcAft>
              <a:buSzPts val="1400"/>
              <a:buFont typeface="Libre Baskerville"/>
              <a:buNone/>
              <a:defRPr/>
            </a:lvl3pPr>
            <a:lvl4pPr lvl="3">
              <a:spcBef>
                <a:spcPts val="0"/>
              </a:spcBef>
              <a:spcAft>
                <a:spcPts val="0"/>
              </a:spcAft>
              <a:buSzPts val="1400"/>
              <a:buFont typeface="Libre Baskerville"/>
              <a:buNone/>
              <a:defRPr/>
            </a:lvl4pPr>
            <a:lvl5pPr lvl="4">
              <a:spcBef>
                <a:spcPts val="0"/>
              </a:spcBef>
              <a:spcAft>
                <a:spcPts val="0"/>
              </a:spcAft>
              <a:buSzPts val="1400"/>
              <a:buFont typeface="Libre Baskerville"/>
              <a:buNone/>
              <a:defRPr/>
            </a:lvl5pPr>
            <a:lvl6pPr lvl="5">
              <a:spcBef>
                <a:spcPts val="0"/>
              </a:spcBef>
              <a:spcAft>
                <a:spcPts val="0"/>
              </a:spcAft>
              <a:buSzPts val="1400"/>
              <a:buFont typeface="Libre Baskerville"/>
              <a:buNone/>
              <a:defRPr/>
            </a:lvl6pPr>
            <a:lvl7pPr lvl="6">
              <a:spcBef>
                <a:spcPts val="0"/>
              </a:spcBef>
              <a:spcAft>
                <a:spcPts val="0"/>
              </a:spcAft>
              <a:buSzPts val="1400"/>
              <a:buFont typeface="Libre Baskerville"/>
              <a:buNone/>
              <a:defRPr/>
            </a:lvl7pPr>
            <a:lvl8pPr lvl="7">
              <a:spcBef>
                <a:spcPts val="0"/>
              </a:spcBef>
              <a:spcAft>
                <a:spcPts val="0"/>
              </a:spcAft>
              <a:buSzPts val="1400"/>
              <a:buFont typeface="Libre Baskerville"/>
              <a:buNone/>
              <a:defRPr/>
            </a:lvl8pPr>
            <a:lvl9pPr lvl="8">
              <a:spcBef>
                <a:spcPts val="0"/>
              </a:spcBef>
              <a:spcAft>
                <a:spcPts val="0"/>
              </a:spcAft>
              <a:buSzPts val="1400"/>
              <a:buFont typeface="Libre Baskerville"/>
              <a:buNone/>
              <a:defRPr/>
            </a:lvl9pPr>
          </a:lstStyle>
          <a:p>
            <a:endParaRPr/>
          </a:p>
        </p:txBody>
      </p:sp>
      <p:sp>
        <p:nvSpPr>
          <p:cNvPr id="163" name="Google Shape;163;p26"/>
          <p:cNvSpPr txBox="1">
            <a:spLocks noGrp="1"/>
          </p:cNvSpPr>
          <p:nvPr>
            <p:ph type="title" idx="3"/>
          </p:nvPr>
        </p:nvSpPr>
        <p:spPr>
          <a:xfrm>
            <a:off x="1845500" y="1670323"/>
            <a:ext cx="1468500" cy="470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spcBef>
                <a:spcPts val="0"/>
              </a:spcBef>
              <a:spcAft>
                <a:spcPts val="0"/>
              </a:spcAft>
              <a:buSzPts val="1400"/>
              <a:buFont typeface="Libre Baskerville"/>
              <a:buNone/>
              <a:defRPr/>
            </a:lvl2pPr>
            <a:lvl3pPr lvl="2">
              <a:spcBef>
                <a:spcPts val="0"/>
              </a:spcBef>
              <a:spcAft>
                <a:spcPts val="0"/>
              </a:spcAft>
              <a:buSzPts val="1400"/>
              <a:buFont typeface="Libre Baskerville"/>
              <a:buNone/>
              <a:defRPr/>
            </a:lvl3pPr>
            <a:lvl4pPr lvl="3">
              <a:spcBef>
                <a:spcPts val="0"/>
              </a:spcBef>
              <a:spcAft>
                <a:spcPts val="0"/>
              </a:spcAft>
              <a:buSzPts val="1400"/>
              <a:buFont typeface="Libre Baskerville"/>
              <a:buNone/>
              <a:defRPr/>
            </a:lvl4pPr>
            <a:lvl5pPr lvl="4">
              <a:spcBef>
                <a:spcPts val="0"/>
              </a:spcBef>
              <a:spcAft>
                <a:spcPts val="0"/>
              </a:spcAft>
              <a:buSzPts val="1400"/>
              <a:buFont typeface="Libre Baskerville"/>
              <a:buNone/>
              <a:defRPr/>
            </a:lvl5pPr>
            <a:lvl6pPr lvl="5">
              <a:spcBef>
                <a:spcPts val="0"/>
              </a:spcBef>
              <a:spcAft>
                <a:spcPts val="0"/>
              </a:spcAft>
              <a:buSzPts val="1400"/>
              <a:buFont typeface="Libre Baskerville"/>
              <a:buNone/>
              <a:defRPr/>
            </a:lvl6pPr>
            <a:lvl7pPr lvl="6">
              <a:spcBef>
                <a:spcPts val="0"/>
              </a:spcBef>
              <a:spcAft>
                <a:spcPts val="0"/>
              </a:spcAft>
              <a:buSzPts val="1400"/>
              <a:buFont typeface="Libre Baskerville"/>
              <a:buNone/>
              <a:defRPr/>
            </a:lvl7pPr>
            <a:lvl8pPr lvl="7">
              <a:spcBef>
                <a:spcPts val="0"/>
              </a:spcBef>
              <a:spcAft>
                <a:spcPts val="0"/>
              </a:spcAft>
              <a:buSzPts val="1400"/>
              <a:buFont typeface="Libre Baskerville"/>
              <a:buNone/>
              <a:defRPr/>
            </a:lvl8pPr>
            <a:lvl9pPr lvl="8">
              <a:spcBef>
                <a:spcPts val="0"/>
              </a:spcBef>
              <a:spcAft>
                <a:spcPts val="0"/>
              </a:spcAft>
              <a:buSzPts val="1400"/>
              <a:buFont typeface="Libre Baskerville"/>
              <a:buNone/>
              <a:defRPr/>
            </a:lvl9pPr>
          </a:lstStyle>
          <a:p>
            <a:endParaRPr/>
          </a:p>
        </p:txBody>
      </p:sp>
      <p:sp>
        <p:nvSpPr>
          <p:cNvPr id="164" name="Google Shape;164;p26"/>
          <p:cNvSpPr txBox="1">
            <a:spLocks noGrp="1"/>
          </p:cNvSpPr>
          <p:nvPr>
            <p:ph type="title" idx="4"/>
          </p:nvPr>
        </p:nvSpPr>
        <p:spPr>
          <a:xfrm>
            <a:off x="3439600" y="1670323"/>
            <a:ext cx="1468500" cy="470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spcBef>
                <a:spcPts val="0"/>
              </a:spcBef>
              <a:spcAft>
                <a:spcPts val="0"/>
              </a:spcAft>
              <a:buSzPts val="1400"/>
              <a:buFont typeface="Libre Baskerville"/>
              <a:buNone/>
              <a:defRPr/>
            </a:lvl2pPr>
            <a:lvl3pPr lvl="2">
              <a:spcBef>
                <a:spcPts val="0"/>
              </a:spcBef>
              <a:spcAft>
                <a:spcPts val="0"/>
              </a:spcAft>
              <a:buSzPts val="1400"/>
              <a:buFont typeface="Libre Baskerville"/>
              <a:buNone/>
              <a:defRPr/>
            </a:lvl3pPr>
            <a:lvl4pPr lvl="3">
              <a:spcBef>
                <a:spcPts val="0"/>
              </a:spcBef>
              <a:spcAft>
                <a:spcPts val="0"/>
              </a:spcAft>
              <a:buSzPts val="1400"/>
              <a:buFont typeface="Libre Baskerville"/>
              <a:buNone/>
              <a:defRPr/>
            </a:lvl4pPr>
            <a:lvl5pPr lvl="4">
              <a:spcBef>
                <a:spcPts val="0"/>
              </a:spcBef>
              <a:spcAft>
                <a:spcPts val="0"/>
              </a:spcAft>
              <a:buSzPts val="1400"/>
              <a:buFont typeface="Libre Baskerville"/>
              <a:buNone/>
              <a:defRPr/>
            </a:lvl5pPr>
            <a:lvl6pPr lvl="5">
              <a:spcBef>
                <a:spcPts val="0"/>
              </a:spcBef>
              <a:spcAft>
                <a:spcPts val="0"/>
              </a:spcAft>
              <a:buSzPts val="1400"/>
              <a:buFont typeface="Libre Baskerville"/>
              <a:buNone/>
              <a:defRPr/>
            </a:lvl6pPr>
            <a:lvl7pPr lvl="6">
              <a:spcBef>
                <a:spcPts val="0"/>
              </a:spcBef>
              <a:spcAft>
                <a:spcPts val="0"/>
              </a:spcAft>
              <a:buSzPts val="1400"/>
              <a:buFont typeface="Libre Baskerville"/>
              <a:buNone/>
              <a:defRPr/>
            </a:lvl7pPr>
            <a:lvl8pPr lvl="7">
              <a:spcBef>
                <a:spcPts val="0"/>
              </a:spcBef>
              <a:spcAft>
                <a:spcPts val="0"/>
              </a:spcAft>
              <a:buSzPts val="1400"/>
              <a:buFont typeface="Libre Baskerville"/>
              <a:buNone/>
              <a:defRPr/>
            </a:lvl8pPr>
            <a:lvl9pPr lvl="8">
              <a:spcBef>
                <a:spcPts val="0"/>
              </a:spcBef>
              <a:spcAft>
                <a:spcPts val="0"/>
              </a:spcAft>
              <a:buSzPts val="1400"/>
              <a:buFont typeface="Libre Baskerville"/>
              <a:buNone/>
              <a:defRPr/>
            </a:lvl9pPr>
          </a:lstStyle>
          <a:p>
            <a:endParaRPr/>
          </a:p>
        </p:txBody>
      </p:sp>
      <p:sp>
        <p:nvSpPr>
          <p:cNvPr id="165" name="Google Shape;165;p26"/>
          <p:cNvSpPr txBox="1">
            <a:spLocks noGrp="1"/>
          </p:cNvSpPr>
          <p:nvPr>
            <p:ph type="subTitle" idx="1"/>
          </p:nvPr>
        </p:nvSpPr>
        <p:spPr>
          <a:xfrm>
            <a:off x="251400" y="2217823"/>
            <a:ext cx="1468500" cy="317400"/>
          </a:xfrm>
          <a:prstGeom prst="rect">
            <a:avLst/>
          </a:prstGeom>
        </p:spPr>
        <p:txBody>
          <a:bodyPr spcFirstLastPara="1" wrap="square" lIns="91425" tIns="91425" rIns="91425" bIns="91425" anchor="t" anchorCtr="0">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166" name="Google Shape;166;p26"/>
          <p:cNvSpPr txBox="1">
            <a:spLocks noGrp="1"/>
          </p:cNvSpPr>
          <p:nvPr>
            <p:ph type="subTitle" idx="5"/>
          </p:nvPr>
        </p:nvSpPr>
        <p:spPr>
          <a:xfrm>
            <a:off x="1860124" y="2217823"/>
            <a:ext cx="1453800" cy="317400"/>
          </a:xfrm>
          <a:prstGeom prst="rect">
            <a:avLst/>
          </a:prstGeom>
        </p:spPr>
        <p:txBody>
          <a:bodyPr spcFirstLastPara="1" wrap="square" lIns="91425" tIns="91425" rIns="91425" bIns="91425" anchor="t" anchorCtr="0">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167" name="Google Shape;167;p26"/>
          <p:cNvSpPr txBox="1">
            <a:spLocks noGrp="1"/>
          </p:cNvSpPr>
          <p:nvPr>
            <p:ph type="subTitle" idx="6"/>
          </p:nvPr>
        </p:nvSpPr>
        <p:spPr>
          <a:xfrm>
            <a:off x="3439600" y="2211623"/>
            <a:ext cx="1468500" cy="317400"/>
          </a:xfrm>
          <a:prstGeom prst="rect">
            <a:avLst/>
          </a:prstGeom>
        </p:spPr>
        <p:txBody>
          <a:bodyPr spcFirstLastPara="1" wrap="square" lIns="91425" tIns="91425" rIns="91425" bIns="91425" anchor="t" anchorCtr="0">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cxnSp>
        <p:nvCxnSpPr>
          <p:cNvPr id="168" name="Google Shape;168;p26"/>
          <p:cNvCxnSpPr/>
          <p:nvPr/>
        </p:nvCxnSpPr>
        <p:spPr>
          <a:xfrm>
            <a:off x="2762250" y="4827350"/>
            <a:ext cx="0" cy="316800"/>
          </a:xfrm>
          <a:prstGeom prst="straightConnector1">
            <a:avLst/>
          </a:prstGeom>
          <a:noFill/>
          <a:ln w="9525" cap="flat" cmpd="sng">
            <a:solidFill>
              <a:schemeClr val="dk1"/>
            </a:solidFill>
            <a:prstDash val="solid"/>
            <a:round/>
            <a:headEnd type="none" w="med" len="med"/>
            <a:tailEnd type="none" w="med" len="med"/>
          </a:ln>
        </p:spPr>
      </p:cxnSp>
      <p:sp>
        <p:nvSpPr>
          <p:cNvPr id="169" name="Google Shape;169;p26"/>
          <p:cNvSpPr txBox="1">
            <a:spLocks noGrp="1"/>
          </p:cNvSpPr>
          <p:nvPr>
            <p:ph type="subTitle" idx="7"/>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170" name="Google Shape;170;p26"/>
          <p:cNvSpPr txBox="1">
            <a:spLocks noGrp="1"/>
          </p:cNvSpPr>
          <p:nvPr>
            <p:ph type="subTitle" idx="8"/>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171" name="Google Shape;171;p26"/>
          <p:cNvSpPr>
            <a:spLocks noGrp="1"/>
          </p:cNvSpPr>
          <p:nvPr>
            <p:ph type="pic" idx="9"/>
          </p:nvPr>
        </p:nvSpPr>
        <p:spPr>
          <a:xfrm>
            <a:off x="1845500" y="2828798"/>
            <a:ext cx="1468500" cy="1872900"/>
          </a:xfrm>
          <a:prstGeom prst="roundRect">
            <a:avLst>
              <a:gd name="adj" fmla="val 16667"/>
            </a:avLst>
          </a:prstGeom>
          <a:noFill/>
          <a:ln>
            <a:noFill/>
          </a:ln>
        </p:spPr>
      </p:sp>
      <p:sp>
        <p:nvSpPr>
          <p:cNvPr id="172" name="Google Shape;172;p26"/>
          <p:cNvSpPr>
            <a:spLocks noGrp="1"/>
          </p:cNvSpPr>
          <p:nvPr>
            <p:ph type="pic" idx="13"/>
          </p:nvPr>
        </p:nvSpPr>
        <p:spPr>
          <a:xfrm>
            <a:off x="3439600" y="2828798"/>
            <a:ext cx="1468500" cy="1872900"/>
          </a:xfrm>
          <a:prstGeom prst="roundRect">
            <a:avLst>
              <a:gd name="adj" fmla="val 16667"/>
            </a:avLst>
          </a:prstGeom>
          <a:noFill/>
          <a:ln>
            <a:noFill/>
          </a:ln>
        </p:spPr>
      </p:sp>
      <p:sp>
        <p:nvSpPr>
          <p:cNvPr id="173" name="Google Shape;173;p26"/>
          <p:cNvSpPr>
            <a:spLocks noGrp="1"/>
          </p:cNvSpPr>
          <p:nvPr>
            <p:ph type="pic" idx="14"/>
          </p:nvPr>
        </p:nvSpPr>
        <p:spPr>
          <a:xfrm>
            <a:off x="5033700" y="2828798"/>
            <a:ext cx="1468500" cy="1872900"/>
          </a:xfrm>
          <a:prstGeom prst="roundRect">
            <a:avLst>
              <a:gd name="adj" fmla="val 16667"/>
            </a:avLst>
          </a:prstGeom>
          <a:noFill/>
          <a:ln>
            <a:noFill/>
          </a:ln>
        </p:spPr>
      </p:sp>
      <p:sp>
        <p:nvSpPr>
          <p:cNvPr id="174" name="Google Shape;174;p26"/>
          <p:cNvSpPr>
            <a:spLocks noGrp="1"/>
          </p:cNvSpPr>
          <p:nvPr>
            <p:ph type="pic" idx="15"/>
          </p:nvPr>
        </p:nvSpPr>
        <p:spPr>
          <a:xfrm>
            <a:off x="6627800" y="2828798"/>
            <a:ext cx="1468500" cy="1872900"/>
          </a:xfrm>
          <a:prstGeom prst="roundRect">
            <a:avLst>
              <a:gd name="adj" fmla="val 16667"/>
            </a:avLst>
          </a:prstGeom>
          <a:noFill/>
          <a:ln>
            <a:noFill/>
          </a:ln>
        </p:spPr>
      </p:sp>
      <p:sp>
        <p:nvSpPr>
          <p:cNvPr id="175" name="Google Shape;175;p26"/>
          <p:cNvSpPr txBox="1">
            <a:spLocks noGrp="1"/>
          </p:cNvSpPr>
          <p:nvPr>
            <p:ph type="title" idx="16"/>
          </p:nvPr>
        </p:nvSpPr>
        <p:spPr>
          <a:xfrm>
            <a:off x="5033700" y="1670323"/>
            <a:ext cx="1468500" cy="470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spcBef>
                <a:spcPts val="0"/>
              </a:spcBef>
              <a:spcAft>
                <a:spcPts val="0"/>
              </a:spcAft>
              <a:buSzPts val="1400"/>
              <a:buFont typeface="Libre Baskerville"/>
              <a:buNone/>
              <a:defRPr/>
            </a:lvl2pPr>
            <a:lvl3pPr lvl="2">
              <a:spcBef>
                <a:spcPts val="0"/>
              </a:spcBef>
              <a:spcAft>
                <a:spcPts val="0"/>
              </a:spcAft>
              <a:buSzPts val="1400"/>
              <a:buFont typeface="Libre Baskerville"/>
              <a:buNone/>
              <a:defRPr/>
            </a:lvl3pPr>
            <a:lvl4pPr lvl="3">
              <a:spcBef>
                <a:spcPts val="0"/>
              </a:spcBef>
              <a:spcAft>
                <a:spcPts val="0"/>
              </a:spcAft>
              <a:buSzPts val="1400"/>
              <a:buFont typeface="Libre Baskerville"/>
              <a:buNone/>
              <a:defRPr/>
            </a:lvl4pPr>
            <a:lvl5pPr lvl="4">
              <a:spcBef>
                <a:spcPts val="0"/>
              </a:spcBef>
              <a:spcAft>
                <a:spcPts val="0"/>
              </a:spcAft>
              <a:buSzPts val="1400"/>
              <a:buFont typeface="Libre Baskerville"/>
              <a:buNone/>
              <a:defRPr/>
            </a:lvl5pPr>
            <a:lvl6pPr lvl="5">
              <a:spcBef>
                <a:spcPts val="0"/>
              </a:spcBef>
              <a:spcAft>
                <a:spcPts val="0"/>
              </a:spcAft>
              <a:buSzPts val="1400"/>
              <a:buFont typeface="Libre Baskerville"/>
              <a:buNone/>
              <a:defRPr/>
            </a:lvl6pPr>
            <a:lvl7pPr lvl="6">
              <a:spcBef>
                <a:spcPts val="0"/>
              </a:spcBef>
              <a:spcAft>
                <a:spcPts val="0"/>
              </a:spcAft>
              <a:buSzPts val="1400"/>
              <a:buFont typeface="Libre Baskerville"/>
              <a:buNone/>
              <a:defRPr/>
            </a:lvl7pPr>
            <a:lvl8pPr lvl="7">
              <a:spcBef>
                <a:spcPts val="0"/>
              </a:spcBef>
              <a:spcAft>
                <a:spcPts val="0"/>
              </a:spcAft>
              <a:buSzPts val="1400"/>
              <a:buFont typeface="Libre Baskerville"/>
              <a:buNone/>
              <a:defRPr/>
            </a:lvl8pPr>
            <a:lvl9pPr lvl="8">
              <a:spcBef>
                <a:spcPts val="0"/>
              </a:spcBef>
              <a:spcAft>
                <a:spcPts val="0"/>
              </a:spcAft>
              <a:buSzPts val="1400"/>
              <a:buFont typeface="Libre Baskerville"/>
              <a:buNone/>
              <a:defRPr/>
            </a:lvl9pPr>
          </a:lstStyle>
          <a:p>
            <a:endParaRPr/>
          </a:p>
        </p:txBody>
      </p:sp>
      <p:sp>
        <p:nvSpPr>
          <p:cNvPr id="176" name="Google Shape;176;p26"/>
          <p:cNvSpPr txBox="1">
            <a:spLocks noGrp="1"/>
          </p:cNvSpPr>
          <p:nvPr>
            <p:ph type="subTitle" idx="17"/>
          </p:nvPr>
        </p:nvSpPr>
        <p:spPr>
          <a:xfrm>
            <a:off x="5033700" y="2211623"/>
            <a:ext cx="1468500" cy="317400"/>
          </a:xfrm>
          <a:prstGeom prst="rect">
            <a:avLst/>
          </a:prstGeom>
        </p:spPr>
        <p:txBody>
          <a:bodyPr spcFirstLastPara="1" wrap="square" lIns="91425" tIns="91425" rIns="91425" bIns="91425" anchor="t" anchorCtr="0">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177" name="Google Shape;177;p26"/>
          <p:cNvSpPr txBox="1">
            <a:spLocks noGrp="1"/>
          </p:cNvSpPr>
          <p:nvPr>
            <p:ph type="title" idx="18"/>
          </p:nvPr>
        </p:nvSpPr>
        <p:spPr>
          <a:xfrm>
            <a:off x="6627800" y="1670323"/>
            <a:ext cx="1468500" cy="470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spcBef>
                <a:spcPts val="0"/>
              </a:spcBef>
              <a:spcAft>
                <a:spcPts val="0"/>
              </a:spcAft>
              <a:buSzPts val="1400"/>
              <a:buFont typeface="Libre Baskerville"/>
              <a:buNone/>
              <a:defRPr/>
            </a:lvl2pPr>
            <a:lvl3pPr lvl="2">
              <a:spcBef>
                <a:spcPts val="0"/>
              </a:spcBef>
              <a:spcAft>
                <a:spcPts val="0"/>
              </a:spcAft>
              <a:buSzPts val="1400"/>
              <a:buFont typeface="Libre Baskerville"/>
              <a:buNone/>
              <a:defRPr/>
            </a:lvl3pPr>
            <a:lvl4pPr lvl="3">
              <a:spcBef>
                <a:spcPts val="0"/>
              </a:spcBef>
              <a:spcAft>
                <a:spcPts val="0"/>
              </a:spcAft>
              <a:buSzPts val="1400"/>
              <a:buFont typeface="Libre Baskerville"/>
              <a:buNone/>
              <a:defRPr/>
            </a:lvl4pPr>
            <a:lvl5pPr lvl="4">
              <a:spcBef>
                <a:spcPts val="0"/>
              </a:spcBef>
              <a:spcAft>
                <a:spcPts val="0"/>
              </a:spcAft>
              <a:buSzPts val="1400"/>
              <a:buFont typeface="Libre Baskerville"/>
              <a:buNone/>
              <a:defRPr/>
            </a:lvl5pPr>
            <a:lvl6pPr lvl="5">
              <a:spcBef>
                <a:spcPts val="0"/>
              </a:spcBef>
              <a:spcAft>
                <a:spcPts val="0"/>
              </a:spcAft>
              <a:buSzPts val="1400"/>
              <a:buFont typeface="Libre Baskerville"/>
              <a:buNone/>
              <a:defRPr/>
            </a:lvl6pPr>
            <a:lvl7pPr lvl="6">
              <a:spcBef>
                <a:spcPts val="0"/>
              </a:spcBef>
              <a:spcAft>
                <a:spcPts val="0"/>
              </a:spcAft>
              <a:buSzPts val="1400"/>
              <a:buFont typeface="Libre Baskerville"/>
              <a:buNone/>
              <a:defRPr/>
            </a:lvl7pPr>
            <a:lvl8pPr lvl="7">
              <a:spcBef>
                <a:spcPts val="0"/>
              </a:spcBef>
              <a:spcAft>
                <a:spcPts val="0"/>
              </a:spcAft>
              <a:buSzPts val="1400"/>
              <a:buFont typeface="Libre Baskerville"/>
              <a:buNone/>
              <a:defRPr/>
            </a:lvl8pPr>
            <a:lvl9pPr lvl="8">
              <a:spcBef>
                <a:spcPts val="0"/>
              </a:spcBef>
              <a:spcAft>
                <a:spcPts val="0"/>
              </a:spcAft>
              <a:buSzPts val="1400"/>
              <a:buFont typeface="Libre Baskerville"/>
              <a:buNone/>
              <a:defRPr/>
            </a:lvl9pPr>
          </a:lstStyle>
          <a:p>
            <a:endParaRPr/>
          </a:p>
        </p:txBody>
      </p:sp>
      <p:sp>
        <p:nvSpPr>
          <p:cNvPr id="178" name="Google Shape;178;p26"/>
          <p:cNvSpPr txBox="1">
            <a:spLocks noGrp="1"/>
          </p:cNvSpPr>
          <p:nvPr>
            <p:ph type="subTitle" idx="19"/>
          </p:nvPr>
        </p:nvSpPr>
        <p:spPr>
          <a:xfrm>
            <a:off x="6627800" y="2211623"/>
            <a:ext cx="1468500" cy="317400"/>
          </a:xfrm>
          <a:prstGeom prst="rect">
            <a:avLst/>
          </a:prstGeom>
        </p:spPr>
        <p:txBody>
          <a:bodyPr spcFirstLastPara="1" wrap="square" lIns="91425" tIns="91425" rIns="91425" bIns="91425" anchor="t" anchorCtr="0">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179" name="Google Shape;179;p26"/>
          <p:cNvSpPr txBox="1">
            <a:spLocks noGrp="1"/>
          </p:cNvSpPr>
          <p:nvPr>
            <p:ph type="title" idx="20"/>
          </p:nvPr>
        </p:nvSpPr>
        <p:spPr>
          <a:xfrm>
            <a:off x="125700" y="134475"/>
            <a:ext cx="7970700" cy="17370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5600"/>
              <a:buFont typeface="Libre Baskerville"/>
              <a:buNone/>
              <a:defRPr sz="5600"/>
            </a:lvl2pPr>
            <a:lvl3pPr lvl="2">
              <a:spcBef>
                <a:spcPts val="0"/>
              </a:spcBef>
              <a:spcAft>
                <a:spcPts val="0"/>
              </a:spcAft>
              <a:buSzPts val="5600"/>
              <a:buFont typeface="Libre Baskerville"/>
              <a:buNone/>
              <a:defRPr sz="5600"/>
            </a:lvl3pPr>
            <a:lvl4pPr lvl="3">
              <a:spcBef>
                <a:spcPts val="0"/>
              </a:spcBef>
              <a:spcAft>
                <a:spcPts val="0"/>
              </a:spcAft>
              <a:buSzPts val="5600"/>
              <a:buFont typeface="Libre Baskerville"/>
              <a:buNone/>
              <a:defRPr sz="5600"/>
            </a:lvl4pPr>
            <a:lvl5pPr lvl="4">
              <a:spcBef>
                <a:spcPts val="0"/>
              </a:spcBef>
              <a:spcAft>
                <a:spcPts val="0"/>
              </a:spcAft>
              <a:buSzPts val="5600"/>
              <a:buFont typeface="Libre Baskerville"/>
              <a:buNone/>
              <a:defRPr sz="5600"/>
            </a:lvl5pPr>
            <a:lvl6pPr lvl="5">
              <a:spcBef>
                <a:spcPts val="0"/>
              </a:spcBef>
              <a:spcAft>
                <a:spcPts val="0"/>
              </a:spcAft>
              <a:buSzPts val="5600"/>
              <a:buFont typeface="Libre Baskerville"/>
              <a:buNone/>
              <a:defRPr sz="5600"/>
            </a:lvl6pPr>
            <a:lvl7pPr lvl="6">
              <a:spcBef>
                <a:spcPts val="0"/>
              </a:spcBef>
              <a:spcAft>
                <a:spcPts val="0"/>
              </a:spcAft>
              <a:buSzPts val="5600"/>
              <a:buFont typeface="Libre Baskerville"/>
              <a:buNone/>
              <a:defRPr sz="5600"/>
            </a:lvl7pPr>
            <a:lvl8pPr lvl="7">
              <a:spcBef>
                <a:spcPts val="0"/>
              </a:spcBef>
              <a:spcAft>
                <a:spcPts val="0"/>
              </a:spcAft>
              <a:buSzPts val="5600"/>
              <a:buFont typeface="Libre Baskerville"/>
              <a:buNone/>
              <a:defRPr sz="5600"/>
            </a:lvl8pPr>
            <a:lvl9pPr lvl="8">
              <a:spcBef>
                <a:spcPts val="0"/>
              </a:spcBef>
              <a:spcAft>
                <a:spcPts val="0"/>
              </a:spcAft>
              <a:buSzPts val="5600"/>
              <a:buFont typeface="Libre Baskerville"/>
              <a:buNone/>
              <a:defRPr sz="5600"/>
            </a:lvl9pPr>
          </a:lstStyle>
          <a:p>
            <a:endParaRPr/>
          </a:p>
        </p:txBody>
      </p:sp>
      <p:sp>
        <p:nvSpPr>
          <p:cNvPr id="180" name="Google Shape;180;p26"/>
          <p:cNvSpPr/>
          <p:nvPr/>
        </p:nvSpPr>
        <p:spPr>
          <a:xfrm rot="5400000">
            <a:off x="8611250" y="4735800"/>
            <a:ext cx="321000" cy="494100"/>
          </a:xfrm>
          <a:prstGeom prst="round2SameRect">
            <a:avLst>
              <a:gd name="adj1" fmla="val 50000"/>
              <a:gd name="adj2"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81" name="Google Shape;181;p26"/>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iscussion ">
  <p:cSld name="TITLE_ONLY_1">
    <p:spTree>
      <p:nvGrpSpPr>
        <p:cNvPr id="1" name="Shape 182"/>
        <p:cNvGrpSpPr/>
        <p:nvPr/>
      </p:nvGrpSpPr>
      <p:grpSpPr>
        <a:xfrm>
          <a:off x="0" y="0"/>
          <a:ext cx="0" cy="0"/>
          <a:chOff x="0" y="0"/>
          <a:chExt cx="0" cy="0"/>
        </a:xfrm>
      </p:grpSpPr>
      <p:sp>
        <p:nvSpPr>
          <p:cNvPr id="183" name="Google Shape;183;p27"/>
          <p:cNvSpPr/>
          <p:nvPr/>
        </p:nvSpPr>
        <p:spPr>
          <a:xfrm rot="5400000">
            <a:off x="4391175" y="560850"/>
            <a:ext cx="321000" cy="8851800"/>
          </a:xfrm>
          <a:prstGeom prst="round2SameRect">
            <a:avLst>
              <a:gd name="adj1" fmla="val 50000"/>
              <a:gd name="adj2"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cxnSp>
        <p:nvCxnSpPr>
          <p:cNvPr id="184" name="Google Shape;184;p27"/>
          <p:cNvCxnSpPr/>
          <p:nvPr/>
        </p:nvCxnSpPr>
        <p:spPr>
          <a:xfrm>
            <a:off x="-27475" y="2390175"/>
            <a:ext cx="9251400" cy="0"/>
          </a:xfrm>
          <a:prstGeom prst="straightConnector1">
            <a:avLst/>
          </a:prstGeom>
          <a:noFill/>
          <a:ln w="19050" cap="flat" cmpd="sng">
            <a:solidFill>
              <a:schemeClr val="dk1"/>
            </a:solidFill>
            <a:prstDash val="solid"/>
            <a:round/>
            <a:headEnd type="none" w="med" len="med"/>
            <a:tailEnd type="none" w="med" len="med"/>
          </a:ln>
        </p:spPr>
      </p:cxnSp>
      <p:cxnSp>
        <p:nvCxnSpPr>
          <p:cNvPr id="185" name="Google Shape;185;p27"/>
          <p:cNvCxnSpPr/>
          <p:nvPr/>
        </p:nvCxnSpPr>
        <p:spPr>
          <a:xfrm>
            <a:off x="4570800" y="-10350"/>
            <a:ext cx="0" cy="4834800"/>
          </a:xfrm>
          <a:prstGeom prst="straightConnector1">
            <a:avLst/>
          </a:prstGeom>
          <a:noFill/>
          <a:ln w="19050" cap="flat" cmpd="sng">
            <a:solidFill>
              <a:schemeClr val="dk1"/>
            </a:solidFill>
            <a:prstDash val="solid"/>
            <a:round/>
            <a:headEnd type="none" w="med" len="med"/>
            <a:tailEnd type="none" w="med" len="med"/>
          </a:ln>
        </p:spPr>
      </p:cxnSp>
      <p:sp>
        <p:nvSpPr>
          <p:cNvPr id="186" name="Google Shape;186;p27"/>
          <p:cNvSpPr txBox="1">
            <a:spLocks noGrp="1"/>
          </p:cNvSpPr>
          <p:nvPr>
            <p:ph type="subTitle" idx="1"/>
          </p:nvPr>
        </p:nvSpPr>
        <p:spPr>
          <a:xfrm>
            <a:off x="125700" y="125600"/>
            <a:ext cx="2140500" cy="317400"/>
          </a:xfrm>
          <a:prstGeom prst="rect">
            <a:avLst/>
          </a:prstGeom>
        </p:spPr>
        <p:txBody>
          <a:bodyPr spcFirstLastPara="1" wrap="square" lIns="91425" tIns="91425" rIns="91425" bIns="91425" anchor="t" anchorCtr="0">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187" name="Google Shape;187;p27"/>
          <p:cNvSpPr txBox="1">
            <a:spLocks noGrp="1"/>
          </p:cNvSpPr>
          <p:nvPr>
            <p:ph type="subTitle" idx="2"/>
          </p:nvPr>
        </p:nvSpPr>
        <p:spPr>
          <a:xfrm>
            <a:off x="6875400" y="125600"/>
            <a:ext cx="2143800" cy="317400"/>
          </a:xfrm>
          <a:prstGeom prst="rect">
            <a:avLst/>
          </a:prstGeom>
        </p:spPr>
        <p:txBody>
          <a:bodyPr spcFirstLastPara="1" wrap="square" lIns="91425" tIns="91425" rIns="91425" bIns="91425" anchor="t" anchorCtr="0">
            <a:noAutofit/>
          </a:bodyPr>
          <a:lstStyle>
            <a:lvl1pPr lvl="0" algn="r">
              <a:spcBef>
                <a:spcPts val="0"/>
              </a:spcBef>
              <a:spcAft>
                <a:spcPts val="0"/>
              </a:spcAft>
              <a:buSzPts val="1000"/>
              <a:buNone/>
              <a:defRPr/>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a:endParaRPr/>
          </a:p>
        </p:txBody>
      </p:sp>
      <p:sp>
        <p:nvSpPr>
          <p:cNvPr id="188" name="Google Shape;188;p27"/>
          <p:cNvSpPr txBox="1">
            <a:spLocks noGrp="1"/>
          </p:cNvSpPr>
          <p:nvPr>
            <p:ph type="subTitle" idx="3"/>
          </p:nvPr>
        </p:nvSpPr>
        <p:spPr>
          <a:xfrm>
            <a:off x="6875400" y="4383975"/>
            <a:ext cx="2143800" cy="317400"/>
          </a:xfrm>
          <a:prstGeom prst="rect">
            <a:avLst/>
          </a:prstGeom>
        </p:spPr>
        <p:txBody>
          <a:bodyPr spcFirstLastPara="1" wrap="square" lIns="91425" tIns="91425" rIns="91425" bIns="91425" anchor="t" anchorCtr="0">
            <a:noAutofit/>
          </a:bodyPr>
          <a:lstStyle>
            <a:lvl1pPr lvl="0" algn="r">
              <a:spcBef>
                <a:spcPts val="0"/>
              </a:spcBef>
              <a:spcAft>
                <a:spcPts val="0"/>
              </a:spcAft>
              <a:buSzPts val="1000"/>
              <a:buNone/>
              <a:defRPr/>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a:endParaRPr/>
          </a:p>
        </p:txBody>
      </p:sp>
      <p:sp>
        <p:nvSpPr>
          <p:cNvPr id="189" name="Google Shape;189;p27"/>
          <p:cNvSpPr txBox="1">
            <a:spLocks noGrp="1"/>
          </p:cNvSpPr>
          <p:nvPr>
            <p:ph type="subTitle" idx="4"/>
          </p:nvPr>
        </p:nvSpPr>
        <p:spPr>
          <a:xfrm>
            <a:off x="125700" y="4383975"/>
            <a:ext cx="2140500" cy="317400"/>
          </a:xfrm>
          <a:prstGeom prst="rect">
            <a:avLst/>
          </a:prstGeom>
        </p:spPr>
        <p:txBody>
          <a:bodyPr spcFirstLastPara="1" wrap="square" lIns="91425" tIns="91425" rIns="91425" bIns="91425" anchor="t" anchorCtr="0">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cxnSp>
        <p:nvCxnSpPr>
          <p:cNvPr id="190" name="Google Shape;190;p27"/>
          <p:cNvCxnSpPr/>
          <p:nvPr/>
        </p:nvCxnSpPr>
        <p:spPr>
          <a:xfrm>
            <a:off x="2762250" y="4827350"/>
            <a:ext cx="0" cy="316800"/>
          </a:xfrm>
          <a:prstGeom prst="straightConnector1">
            <a:avLst/>
          </a:prstGeom>
          <a:noFill/>
          <a:ln w="9525" cap="flat" cmpd="sng">
            <a:solidFill>
              <a:schemeClr val="dk1"/>
            </a:solidFill>
            <a:prstDash val="solid"/>
            <a:round/>
            <a:headEnd type="none" w="med" len="med"/>
            <a:tailEnd type="none" w="med" len="med"/>
          </a:ln>
        </p:spPr>
      </p:cxnSp>
      <p:sp>
        <p:nvSpPr>
          <p:cNvPr id="191" name="Google Shape;191;p27"/>
          <p:cNvSpPr txBox="1">
            <a:spLocks noGrp="1"/>
          </p:cNvSpPr>
          <p:nvPr>
            <p:ph type="subTitle" idx="5"/>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192" name="Google Shape;192;p27"/>
          <p:cNvSpPr txBox="1">
            <a:spLocks noGrp="1"/>
          </p:cNvSpPr>
          <p:nvPr>
            <p:ph type="subTitle" idx="6"/>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193" name="Google Shape;193;p27"/>
          <p:cNvSpPr/>
          <p:nvPr/>
        </p:nvSpPr>
        <p:spPr>
          <a:xfrm rot="5400000">
            <a:off x="8611250" y="4735800"/>
            <a:ext cx="321000" cy="494100"/>
          </a:xfrm>
          <a:prstGeom prst="round2SameRect">
            <a:avLst>
              <a:gd name="adj1" fmla="val 50000"/>
              <a:gd name="adj2"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94" name="Google Shape;194;p27"/>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Discussion">
  <p:cSld name="TITLE_ONLY_1_1">
    <p:spTree>
      <p:nvGrpSpPr>
        <p:cNvPr id="1" name="Shape 195"/>
        <p:cNvGrpSpPr/>
        <p:nvPr/>
      </p:nvGrpSpPr>
      <p:grpSpPr>
        <a:xfrm>
          <a:off x="0" y="0"/>
          <a:ext cx="0" cy="0"/>
          <a:chOff x="0" y="0"/>
          <a:chExt cx="0" cy="0"/>
        </a:xfrm>
      </p:grpSpPr>
      <p:sp>
        <p:nvSpPr>
          <p:cNvPr id="196" name="Google Shape;196;p28"/>
          <p:cNvSpPr/>
          <p:nvPr/>
        </p:nvSpPr>
        <p:spPr>
          <a:xfrm>
            <a:off x="4572000" y="2411100"/>
            <a:ext cx="4572000" cy="2736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97" name="Google Shape;197;p28"/>
          <p:cNvSpPr/>
          <p:nvPr/>
        </p:nvSpPr>
        <p:spPr>
          <a:xfrm>
            <a:off x="0" y="2411100"/>
            <a:ext cx="4572000" cy="27363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98" name="Google Shape;198;p28"/>
          <p:cNvSpPr/>
          <p:nvPr/>
        </p:nvSpPr>
        <p:spPr>
          <a:xfrm rot="5400000">
            <a:off x="4391175" y="560850"/>
            <a:ext cx="321000" cy="8851800"/>
          </a:xfrm>
          <a:prstGeom prst="round2SameRect">
            <a:avLst>
              <a:gd name="adj1" fmla="val 50000"/>
              <a:gd name="adj2" fmla="val 5000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199" name="Google Shape;199;p28"/>
          <p:cNvSpPr/>
          <p:nvPr/>
        </p:nvSpPr>
        <p:spPr>
          <a:xfrm>
            <a:off x="4572000" y="0"/>
            <a:ext cx="4572000" cy="2411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00" name="Google Shape;200;p28"/>
          <p:cNvSpPr/>
          <p:nvPr/>
        </p:nvSpPr>
        <p:spPr>
          <a:xfrm>
            <a:off x="0" y="0"/>
            <a:ext cx="4572000" cy="2411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01" name="Google Shape;201;p28"/>
          <p:cNvSpPr txBox="1">
            <a:spLocks noGrp="1"/>
          </p:cNvSpPr>
          <p:nvPr>
            <p:ph type="subTitle" idx="1"/>
          </p:nvPr>
        </p:nvSpPr>
        <p:spPr>
          <a:xfrm>
            <a:off x="125700" y="125600"/>
            <a:ext cx="2140500" cy="317400"/>
          </a:xfrm>
          <a:prstGeom prst="rect">
            <a:avLst/>
          </a:prstGeom>
        </p:spPr>
        <p:txBody>
          <a:bodyPr spcFirstLastPara="1" wrap="square" lIns="91425" tIns="91425" rIns="91425" bIns="91425" anchor="t" anchorCtr="0">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202" name="Google Shape;202;p28"/>
          <p:cNvSpPr txBox="1">
            <a:spLocks noGrp="1"/>
          </p:cNvSpPr>
          <p:nvPr>
            <p:ph type="subTitle" idx="2"/>
          </p:nvPr>
        </p:nvSpPr>
        <p:spPr>
          <a:xfrm>
            <a:off x="6875400" y="125600"/>
            <a:ext cx="2143800" cy="317400"/>
          </a:xfrm>
          <a:prstGeom prst="rect">
            <a:avLst/>
          </a:prstGeom>
        </p:spPr>
        <p:txBody>
          <a:bodyPr spcFirstLastPara="1" wrap="square" lIns="91425" tIns="91425" rIns="91425" bIns="91425" anchor="t" anchorCtr="0">
            <a:noAutofit/>
          </a:bodyPr>
          <a:lstStyle>
            <a:lvl1pPr lvl="0" algn="r">
              <a:spcBef>
                <a:spcPts val="0"/>
              </a:spcBef>
              <a:spcAft>
                <a:spcPts val="0"/>
              </a:spcAft>
              <a:buSzPts val="1000"/>
              <a:buNone/>
              <a:defRPr/>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a:endParaRPr/>
          </a:p>
        </p:txBody>
      </p:sp>
      <p:sp>
        <p:nvSpPr>
          <p:cNvPr id="203" name="Google Shape;203;p28"/>
          <p:cNvSpPr txBox="1">
            <a:spLocks noGrp="1"/>
          </p:cNvSpPr>
          <p:nvPr>
            <p:ph type="subTitle" idx="3"/>
          </p:nvPr>
        </p:nvSpPr>
        <p:spPr>
          <a:xfrm>
            <a:off x="6875400" y="4383975"/>
            <a:ext cx="2143800" cy="317400"/>
          </a:xfrm>
          <a:prstGeom prst="rect">
            <a:avLst/>
          </a:prstGeom>
        </p:spPr>
        <p:txBody>
          <a:bodyPr spcFirstLastPara="1" wrap="square" lIns="91425" tIns="91425" rIns="91425" bIns="91425" anchor="t" anchorCtr="0">
            <a:noAutofit/>
          </a:bodyPr>
          <a:lstStyle>
            <a:lvl1pPr lvl="0" algn="r">
              <a:spcBef>
                <a:spcPts val="0"/>
              </a:spcBef>
              <a:spcAft>
                <a:spcPts val="0"/>
              </a:spcAft>
              <a:buSzPts val="1000"/>
              <a:buNone/>
              <a:defRPr/>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a:endParaRPr/>
          </a:p>
        </p:txBody>
      </p:sp>
      <p:sp>
        <p:nvSpPr>
          <p:cNvPr id="204" name="Google Shape;204;p28"/>
          <p:cNvSpPr txBox="1">
            <a:spLocks noGrp="1"/>
          </p:cNvSpPr>
          <p:nvPr>
            <p:ph type="subTitle" idx="4"/>
          </p:nvPr>
        </p:nvSpPr>
        <p:spPr>
          <a:xfrm>
            <a:off x="125700" y="4383975"/>
            <a:ext cx="2140500" cy="317400"/>
          </a:xfrm>
          <a:prstGeom prst="rect">
            <a:avLst/>
          </a:prstGeom>
        </p:spPr>
        <p:txBody>
          <a:bodyPr spcFirstLastPara="1" wrap="square" lIns="91425" tIns="91425" rIns="91425" bIns="91425" anchor="t" anchorCtr="0">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cxnSp>
        <p:nvCxnSpPr>
          <p:cNvPr id="205" name="Google Shape;205;p28"/>
          <p:cNvCxnSpPr/>
          <p:nvPr/>
        </p:nvCxnSpPr>
        <p:spPr>
          <a:xfrm>
            <a:off x="2762250" y="4827350"/>
            <a:ext cx="0" cy="316800"/>
          </a:xfrm>
          <a:prstGeom prst="straightConnector1">
            <a:avLst/>
          </a:prstGeom>
          <a:noFill/>
          <a:ln w="9525" cap="flat" cmpd="sng">
            <a:solidFill>
              <a:schemeClr val="dk1"/>
            </a:solidFill>
            <a:prstDash val="solid"/>
            <a:round/>
            <a:headEnd type="none" w="med" len="med"/>
            <a:tailEnd type="none" w="med" len="med"/>
          </a:ln>
        </p:spPr>
      </p:cxnSp>
      <p:sp>
        <p:nvSpPr>
          <p:cNvPr id="206" name="Google Shape;206;p28"/>
          <p:cNvSpPr txBox="1">
            <a:spLocks noGrp="1"/>
          </p:cNvSpPr>
          <p:nvPr>
            <p:ph type="subTitle" idx="5"/>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207" name="Google Shape;207;p28"/>
          <p:cNvSpPr txBox="1">
            <a:spLocks noGrp="1"/>
          </p:cNvSpPr>
          <p:nvPr>
            <p:ph type="subTitle" idx="6"/>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208" name="Google Shape;208;p28"/>
          <p:cNvSpPr/>
          <p:nvPr/>
        </p:nvSpPr>
        <p:spPr>
          <a:xfrm rot="5400000">
            <a:off x="8611250" y="4735800"/>
            <a:ext cx="321000" cy="494100"/>
          </a:xfrm>
          <a:prstGeom prst="round2SameRect">
            <a:avLst>
              <a:gd name="adj1" fmla="val 50000"/>
              <a:gd name="adj2"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09" name="Google Shape;209;p28"/>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apture Input">
  <p:cSld name="ONE_COLUMN_TEXT">
    <p:bg>
      <p:bgPr>
        <a:solidFill>
          <a:schemeClr val="dk1"/>
        </a:solidFill>
        <a:effectLst/>
      </p:bgPr>
    </p:bg>
    <p:spTree>
      <p:nvGrpSpPr>
        <p:cNvPr id="1" name="Shape 210"/>
        <p:cNvGrpSpPr/>
        <p:nvPr/>
      </p:nvGrpSpPr>
      <p:grpSpPr>
        <a:xfrm>
          <a:off x="0" y="0"/>
          <a:ext cx="0" cy="0"/>
          <a:chOff x="0" y="0"/>
          <a:chExt cx="0" cy="0"/>
        </a:xfrm>
      </p:grpSpPr>
      <p:sp>
        <p:nvSpPr>
          <p:cNvPr id="211" name="Google Shape;211;p29"/>
          <p:cNvSpPr/>
          <p:nvPr/>
        </p:nvSpPr>
        <p:spPr>
          <a:xfrm rot="5400000">
            <a:off x="4391175" y="560850"/>
            <a:ext cx="321000" cy="8851800"/>
          </a:xfrm>
          <a:prstGeom prst="round2SameRect">
            <a:avLst>
              <a:gd name="adj1" fmla="val 50000"/>
              <a:gd name="adj2" fmla="val 5000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212" name="Google Shape;212;p29"/>
          <p:cNvSpPr/>
          <p:nvPr/>
        </p:nvSpPr>
        <p:spPr>
          <a:xfrm>
            <a:off x="251400" y="1680400"/>
            <a:ext cx="1468500" cy="3021000"/>
          </a:xfrm>
          <a:prstGeom prst="roundRect">
            <a:avLst>
              <a:gd name="adj"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3" name="Google Shape;213;p29"/>
          <p:cNvSpPr/>
          <p:nvPr/>
        </p:nvSpPr>
        <p:spPr>
          <a:xfrm>
            <a:off x="1845500" y="1680400"/>
            <a:ext cx="1468500" cy="3021000"/>
          </a:xfrm>
          <a:prstGeom prst="roundRect">
            <a:avLst>
              <a:gd name="adj"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4" name="Google Shape;214;p29"/>
          <p:cNvSpPr/>
          <p:nvPr/>
        </p:nvSpPr>
        <p:spPr>
          <a:xfrm>
            <a:off x="3439600" y="1680400"/>
            <a:ext cx="1468500" cy="30210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5" name="Google Shape;215;p29"/>
          <p:cNvSpPr txBox="1">
            <a:spLocks noGrp="1"/>
          </p:cNvSpPr>
          <p:nvPr>
            <p:ph type="title"/>
          </p:nvPr>
        </p:nvSpPr>
        <p:spPr>
          <a:xfrm>
            <a:off x="125700" y="125600"/>
            <a:ext cx="8642100" cy="788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5600"/>
              <a:buNone/>
              <a:defRPr>
                <a:solidFill>
                  <a:schemeClr val="lt1"/>
                </a:solidFill>
              </a:defRPr>
            </a:lvl1pPr>
            <a:lvl2pPr lvl="1">
              <a:spcBef>
                <a:spcPts val="0"/>
              </a:spcBef>
              <a:spcAft>
                <a:spcPts val="0"/>
              </a:spcAft>
              <a:buSzPts val="5600"/>
              <a:buFont typeface="Libre Baskerville"/>
              <a:buNone/>
              <a:defRPr sz="5600"/>
            </a:lvl2pPr>
            <a:lvl3pPr lvl="2">
              <a:spcBef>
                <a:spcPts val="0"/>
              </a:spcBef>
              <a:spcAft>
                <a:spcPts val="0"/>
              </a:spcAft>
              <a:buSzPts val="5600"/>
              <a:buFont typeface="Libre Baskerville"/>
              <a:buNone/>
              <a:defRPr sz="5600"/>
            </a:lvl3pPr>
            <a:lvl4pPr lvl="3">
              <a:spcBef>
                <a:spcPts val="0"/>
              </a:spcBef>
              <a:spcAft>
                <a:spcPts val="0"/>
              </a:spcAft>
              <a:buSzPts val="5600"/>
              <a:buFont typeface="Libre Baskerville"/>
              <a:buNone/>
              <a:defRPr sz="5600"/>
            </a:lvl4pPr>
            <a:lvl5pPr lvl="4">
              <a:spcBef>
                <a:spcPts val="0"/>
              </a:spcBef>
              <a:spcAft>
                <a:spcPts val="0"/>
              </a:spcAft>
              <a:buSzPts val="5600"/>
              <a:buFont typeface="Libre Baskerville"/>
              <a:buNone/>
              <a:defRPr sz="5600"/>
            </a:lvl5pPr>
            <a:lvl6pPr lvl="5">
              <a:spcBef>
                <a:spcPts val="0"/>
              </a:spcBef>
              <a:spcAft>
                <a:spcPts val="0"/>
              </a:spcAft>
              <a:buSzPts val="5600"/>
              <a:buFont typeface="Libre Baskerville"/>
              <a:buNone/>
              <a:defRPr sz="5600"/>
            </a:lvl6pPr>
            <a:lvl7pPr lvl="6">
              <a:spcBef>
                <a:spcPts val="0"/>
              </a:spcBef>
              <a:spcAft>
                <a:spcPts val="0"/>
              </a:spcAft>
              <a:buSzPts val="5600"/>
              <a:buFont typeface="Libre Baskerville"/>
              <a:buNone/>
              <a:defRPr sz="5600"/>
            </a:lvl7pPr>
            <a:lvl8pPr lvl="7">
              <a:spcBef>
                <a:spcPts val="0"/>
              </a:spcBef>
              <a:spcAft>
                <a:spcPts val="0"/>
              </a:spcAft>
              <a:buSzPts val="5600"/>
              <a:buFont typeface="Libre Baskerville"/>
              <a:buNone/>
              <a:defRPr sz="5600"/>
            </a:lvl8pPr>
            <a:lvl9pPr lvl="8">
              <a:spcBef>
                <a:spcPts val="0"/>
              </a:spcBef>
              <a:spcAft>
                <a:spcPts val="0"/>
              </a:spcAft>
              <a:buSzPts val="5600"/>
              <a:buFont typeface="Libre Baskerville"/>
              <a:buNone/>
              <a:defRPr sz="5600"/>
            </a:lvl9pPr>
          </a:lstStyle>
          <a:p>
            <a:endParaRPr/>
          </a:p>
        </p:txBody>
      </p:sp>
      <p:sp>
        <p:nvSpPr>
          <p:cNvPr id="216" name="Google Shape;216;p29"/>
          <p:cNvSpPr txBox="1">
            <a:spLocks noGrp="1"/>
          </p:cNvSpPr>
          <p:nvPr>
            <p:ph type="body" idx="1"/>
          </p:nvPr>
        </p:nvSpPr>
        <p:spPr>
          <a:xfrm>
            <a:off x="323978" y="2596823"/>
            <a:ext cx="1323000" cy="1855200"/>
          </a:xfrm>
          <a:prstGeom prst="rect">
            <a:avLst/>
          </a:prstGeom>
        </p:spPr>
        <p:txBody>
          <a:bodyPr spcFirstLastPara="1" wrap="square" lIns="91425" tIns="91425" rIns="91425" bIns="91425" anchor="b" anchorCtr="0">
            <a:noAutofit/>
          </a:bodyPr>
          <a:lstStyle>
            <a:lvl1pPr marL="457200" lvl="0" indent="-304800">
              <a:spcBef>
                <a:spcPts val="0"/>
              </a:spcBef>
              <a:spcAft>
                <a:spcPts val="0"/>
              </a:spcAft>
              <a:buClr>
                <a:schemeClr val="lt1"/>
              </a:buClr>
              <a:buSzPts val="1200"/>
              <a:buChar char="●"/>
              <a:defRPr sz="1200">
                <a:solidFill>
                  <a:schemeClr val="lt1"/>
                </a:solidFill>
              </a:defRPr>
            </a:lvl1pPr>
            <a:lvl2pPr marL="914400" lvl="1" indent="-304800">
              <a:spcBef>
                <a:spcPts val="0"/>
              </a:spcBef>
              <a:spcAft>
                <a:spcPts val="0"/>
              </a:spcAft>
              <a:buClr>
                <a:schemeClr val="lt1"/>
              </a:buClr>
              <a:buSzPts val="1200"/>
              <a:buChar char="○"/>
              <a:defRPr sz="1200">
                <a:solidFill>
                  <a:schemeClr val="lt1"/>
                </a:solidFill>
              </a:defRPr>
            </a:lvl2pPr>
            <a:lvl3pPr marL="1371600" lvl="2" indent="-304800">
              <a:spcBef>
                <a:spcPts val="0"/>
              </a:spcBef>
              <a:spcAft>
                <a:spcPts val="0"/>
              </a:spcAft>
              <a:buClr>
                <a:schemeClr val="lt1"/>
              </a:buClr>
              <a:buSzPts val="1200"/>
              <a:buChar char="■"/>
              <a:defRPr sz="1200">
                <a:solidFill>
                  <a:schemeClr val="lt1"/>
                </a:solidFill>
              </a:defRPr>
            </a:lvl3pPr>
            <a:lvl4pPr marL="1828800" lvl="3" indent="-304800">
              <a:spcBef>
                <a:spcPts val="0"/>
              </a:spcBef>
              <a:spcAft>
                <a:spcPts val="0"/>
              </a:spcAft>
              <a:buClr>
                <a:schemeClr val="lt1"/>
              </a:buClr>
              <a:buSzPts val="1200"/>
              <a:buChar char="●"/>
              <a:defRPr sz="1200">
                <a:solidFill>
                  <a:schemeClr val="lt1"/>
                </a:solidFill>
              </a:defRPr>
            </a:lvl4pPr>
            <a:lvl5pPr marL="2286000" lvl="4" indent="-304800">
              <a:spcBef>
                <a:spcPts val="0"/>
              </a:spcBef>
              <a:spcAft>
                <a:spcPts val="0"/>
              </a:spcAft>
              <a:buClr>
                <a:schemeClr val="lt1"/>
              </a:buClr>
              <a:buSzPts val="1200"/>
              <a:buChar char="○"/>
              <a:defRPr sz="1200">
                <a:solidFill>
                  <a:schemeClr val="lt1"/>
                </a:solidFill>
              </a:defRPr>
            </a:lvl5pPr>
            <a:lvl6pPr marL="2743200" lvl="5" indent="-304800">
              <a:spcBef>
                <a:spcPts val="0"/>
              </a:spcBef>
              <a:spcAft>
                <a:spcPts val="0"/>
              </a:spcAft>
              <a:buClr>
                <a:schemeClr val="lt1"/>
              </a:buClr>
              <a:buSzPts val="1200"/>
              <a:buChar char="■"/>
              <a:defRPr sz="1200">
                <a:solidFill>
                  <a:schemeClr val="lt1"/>
                </a:solidFill>
              </a:defRPr>
            </a:lvl6pPr>
            <a:lvl7pPr marL="3200400" lvl="6" indent="-304800">
              <a:spcBef>
                <a:spcPts val="0"/>
              </a:spcBef>
              <a:spcAft>
                <a:spcPts val="0"/>
              </a:spcAft>
              <a:buClr>
                <a:schemeClr val="lt1"/>
              </a:buClr>
              <a:buSzPts val="1200"/>
              <a:buChar char="●"/>
              <a:defRPr sz="1200">
                <a:solidFill>
                  <a:schemeClr val="lt1"/>
                </a:solidFill>
              </a:defRPr>
            </a:lvl7pPr>
            <a:lvl8pPr marL="3657600" lvl="7" indent="-304800">
              <a:spcBef>
                <a:spcPts val="0"/>
              </a:spcBef>
              <a:spcAft>
                <a:spcPts val="0"/>
              </a:spcAft>
              <a:buClr>
                <a:schemeClr val="lt1"/>
              </a:buClr>
              <a:buSzPts val="1200"/>
              <a:buChar char="○"/>
              <a:defRPr sz="1200">
                <a:solidFill>
                  <a:schemeClr val="lt1"/>
                </a:solidFill>
              </a:defRPr>
            </a:lvl8pPr>
            <a:lvl9pPr marL="4114800" lvl="8" indent="-304800">
              <a:spcBef>
                <a:spcPts val="0"/>
              </a:spcBef>
              <a:spcAft>
                <a:spcPts val="0"/>
              </a:spcAft>
              <a:buClr>
                <a:schemeClr val="lt1"/>
              </a:buClr>
              <a:buSzPts val="1200"/>
              <a:buChar char="■"/>
              <a:defRPr sz="1200">
                <a:solidFill>
                  <a:schemeClr val="lt1"/>
                </a:solidFill>
              </a:defRPr>
            </a:lvl9pPr>
          </a:lstStyle>
          <a:p>
            <a:endParaRPr/>
          </a:p>
        </p:txBody>
      </p:sp>
      <p:sp>
        <p:nvSpPr>
          <p:cNvPr id="217" name="Google Shape;217;p29"/>
          <p:cNvSpPr txBox="1">
            <a:spLocks noGrp="1"/>
          </p:cNvSpPr>
          <p:nvPr>
            <p:ph type="body" idx="2"/>
          </p:nvPr>
        </p:nvSpPr>
        <p:spPr>
          <a:xfrm>
            <a:off x="1918085" y="2596782"/>
            <a:ext cx="1323300" cy="1855200"/>
          </a:xfrm>
          <a:prstGeom prst="rect">
            <a:avLst/>
          </a:prstGeom>
        </p:spPr>
        <p:txBody>
          <a:bodyPr spcFirstLastPara="1" wrap="square" lIns="91425" tIns="91425" rIns="91425" bIns="91425" anchor="b" anchorCtr="0">
            <a:noAutofit/>
          </a:bodyPr>
          <a:lstStyle>
            <a:lvl1pPr marL="457200" lvl="0" indent="-304800">
              <a:spcBef>
                <a:spcPts val="0"/>
              </a:spcBef>
              <a:spcAft>
                <a:spcPts val="0"/>
              </a:spcAft>
              <a:buClr>
                <a:schemeClr val="lt1"/>
              </a:buClr>
              <a:buSzPts val="1200"/>
              <a:buChar char="●"/>
              <a:defRPr sz="1200">
                <a:solidFill>
                  <a:schemeClr val="lt1"/>
                </a:solidFill>
              </a:defRPr>
            </a:lvl1pPr>
            <a:lvl2pPr marL="914400" lvl="1" indent="-304800">
              <a:spcBef>
                <a:spcPts val="0"/>
              </a:spcBef>
              <a:spcAft>
                <a:spcPts val="0"/>
              </a:spcAft>
              <a:buClr>
                <a:schemeClr val="lt1"/>
              </a:buClr>
              <a:buSzPts val="1200"/>
              <a:buChar char="○"/>
              <a:defRPr sz="1200">
                <a:solidFill>
                  <a:schemeClr val="lt1"/>
                </a:solidFill>
              </a:defRPr>
            </a:lvl2pPr>
            <a:lvl3pPr marL="1371600" lvl="2" indent="-304800">
              <a:spcBef>
                <a:spcPts val="0"/>
              </a:spcBef>
              <a:spcAft>
                <a:spcPts val="0"/>
              </a:spcAft>
              <a:buClr>
                <a:schemeClr val="lt1"/>
              </a:buClr>
              <a:buSzPts val="1200"/>
              <a:buChar char="■"/>
              <a:defRPr sz="1200">
                <a:solidFill>
                  <a:schemeClr val="lt1"/>
                </a:solidFill>
              </a:defRPr>
            </a:lvl3pPr>
            <a:lvl4pPr marL="1828800" lvl="3" indent="-304800">
              <a:spcBef>
                <a:spcPts val="0"/>
              </a:spcBef>
              <a:spcAft>
                <a:spcPts val="0"/>
              </a:spcAft>
              <a:buClr>
                <a:schemeClr val="lt1"/>
              </a:buClr>
              <a:buSzPts val="1200"/>
              <a:buChar char="●"/>
              <a:defRPr sz="1200">
                <a:solidFill>
                  <a:schemeClr val="lt1"/>
                </a:solidFill>
              </a:defRPr>
            </a:lvl4pPr>
            <a:lvl5pPr marL="2286000" lvl="4" indent="-304800">
              <a:spcBef>
                <a:spcPts val="0"/>
              </a:spcBef>
              <a:spcAft>
                <a:spcPts val="0"/>
              </a:spcAft>
              <a:buClr>
                <a:schemeClr val="lt1"/>
              </a:buClr>
              <a:buSzPts val="1200"/>
              <a:buChar char="○"/>
              <a:defRPr sz="1200">
                <a:solidFill>
                  <a:schemeClr val="lt1"/>
                </a:solidFill>
              </a:defRPr>
            </a:lvl5pPr>
            <a:lvl6pPr marL="2743200" lvl="5" indent="-304800">
              <a:spcBef>
                <a:spcPts val="0"/>
              </a:spcBef>
              <a:spcAft>
                <a:spcPts val="0"/>
              </a:spcAft>
              <a:buClr>
                <a:schemeClr val="lt1"/>
              </a:buClr>
              <a:buSzPts val="1200"/>
              <a:buChar char="■"/>
              <a:defRPr sz="1200">
                <a:solidFill>
                  <a:schemeClr val="lt1"/>
                </a:solidFill>
              </a:defRPr>
            </a:lvl6pPr>
            <a:lvl7pPr marL="3200400" lvl="6" indent="-304800">
              <a:spcBef>
                <a:spcPts val="0"/>
              </a:spcBef>
              <a:spcAft>
                <a:spcPts val="0"/>
              </a:spcAft>
              <a:buClr>
                <a:schemeClr val="lt1"/>
              </a:buClr>
              <a:buSzPts val="1200"/>
              <a:buChar char="●"/>
              <a:defRPr sz="1200">
                <a:solidFill>
                  <a:schemeClr val="lt1"/>
                </a:solidFill>
              </a:defRPr>
            </a:lvl7pPr>
            <a:lvl8pPr marL="3657600" lvl="7" indent="-304800">
              <a:spcBef>
                <a:spcPts val="0"/>
              </a:spcBef>
              <a:spcAft>
                <a:spcPts val="0"/>
              </a:spcAft>
              <a:buClr>
                <a:schemeClr val="lt1"/>
              </a:buClr>
              <a:buSzPts val="1200"/>
              <a:buChar char="○"/>
              <a:defRPr sz="1200">
                <a:solidFill>
                  <a:schemeClr val="lt1"/>
                </a:solidFill>
              </a:defRPr>
            </a:lvl8pPr>
            <a:lvl9pPr marL="4114800" lvl="8" indent="-304800">
              <a:spcBef>
                <a:spcPts val="0"/>
              </a:spcBef>
              <a:spcAft>
                <a:spcPts val="0"/>
              </a:spcAft>
              <a:buClr>
                <a:schemeClr val="lt1"/>
              </a:buClr>
              <a:buSzPts val="1200"/>
              <a:buChar char="■"/>
              <a:defRPr sz="1200">
                <a:solidFill>
                  <a:schemeClr val="lt1"/>
                </a:solidFill>
              </a:defRPr>
            </a:lvl9pPr>
          </a:lstStyle>
          <a:p>
            <a:endParaRPr/>
          </a:p>
        </p:txBody>
      </p:sp>
      <p:sp>
        <p:nvSpPr>
          <p:cNvPr id="218" name="Google Shape;218;p29"/>
          <p:cNvSpPr txBox="1">
            <a:spLocks noGrp="1"/>
          </p:cNvSpPr>
          <p:nvPr>
            <p:ph type="body" idx="3"/>
          </p:nvPr>
        </p:nvSpPr>
        <p:spPr>
          <a:xfrm>
            <a:off x="3512185" y="2596890"/>
            <a:ext cx="1323300" cy="1855200"/>
          </a:xfrm>
          <a:prstGeom prst="rect">
            <a:avLst/>
          </a:prstGeom>
        </p:spPr>
        <p:txBody>
          <a:bodyPr spcFirstLastPara="1" wrap="square" lIns="91425" tIns="91425" rIns="91425" bIns="91425" anchor="b" anchorCtr="0">
            <a:noAutofit/>
          </a:bodyPr>
          <a:lstStyle>
            <a:lvl1pPr marL="457200" lvl="0" indent="-304800">
              <a:spcBef>
                <a:spcPts val="0"/>
              </a:spcBef>
              <a:spcAft>
                <a:spcPts val="0"/>
              </a:spcAft>
              <a:buClr>
                <a:schemeClr val="dk1"/>
              </a:buClr>
              <a:buSzPts val="1200"/>
              <a:buChar char="●"/>
              <a:defRPr sz="1200"/>
            </a:lvl1pPr>
            <a:lvl2pPr marL="914400" lvl="1" indent="-304800">
              <a:spcBef>
                <a:spcPts val="0"/>
              </a:spcBef>
              <a:spcAft>
                <a:spcPts val="0"/>
              </a:spcAft>
              <a:buClr>
                <a:schemeClr val="dk1"/>
              </a:buClr>
              <a:buSzPts val="1200"/>
              <a:buChar char="○"/>
              <a:defRPr sz="1200"/>
            </a:lvl2pPr>
            <a:lvl3pPr marL="1371600" lvl="2" indent="-304800">
              <a:spcBef>
                <a:spcPts val="0"/>
              </a:spcBef>
              <a:spcAft>
                <a:spcPts val="0"/>
              </a:spcAft>
              <a:buClr>
                <a:schemeClr val="dk1"/>
              </a:buClr>
              <a:buSzPts val="1200"/>
              <a:buChar char="■"/>
              <a:defRPr sz="1200"/>
            </a:lvl3pPr>
            <a:lvl4pPr marL="1828800" lvl="3" indent="-304800">
              <a:spcBef>
                <a:spcPts val="0"/>
              </a:spcBef>
              <a:spcAft>
                <a:spcPts val="0"/>
              </a:spcAft>
              <a:buClr>
                <a:schemeClr val="dk1"/>
              </a:buClr>
              <a:buSzPts val="1200"/>
              <a:buChar char="●"/>
              <a:defRPr sz="1200"/>
            </a:lvl4pPr>
            <a:lvl5pPr marL="2286000" lvl="4" indent="-304800">
              <a:spcBef>
                <a:spcPts val="0"/>
              </a:spcBef>
              <a:spcAft>
                <a:spcPts val="0"/>
              </a:spcAft>
              <a:buClr>
                <a:schemeClr val="dk1"/>
              </a:buClr>
              <a:buSzPts val="1200"/>
              <a:buChar char="○"/>
              <a:defRPr sz="1200"/>
            </a:lvl5pPr>
            <a:lvl6pPr marL="2743200" lvl="5" indent="-304800">
              <a:spcBef>
                <a:spcPts val="0"/>
              </a:spcBef>
              <a:spcAft>
                <a:spcPts val="0"/>
              </a:spcAft>
              <a:buClr>
                <a:schemeClr val="dk1"/>
              </a:buClr>
              <a:buSzPts val="1200"/>
              <a:buChar char="■"/>
              <a:defRPr sz="1200"/>
            </a:lvl6pPr>
            <a:lvl7pPr marL="3200400" lvl="6" indent="-304800">
              <a:spcBef>
                <a:spcPts val="0"/>
              </a:spcBef>
              <a:spcAft>
                <a:spcPts val="0"/>
              </a:spcAft>
              <a:buClr>
                <a:schemeClr val="dk1"/>
              </a:buClr>
              <a:buSzPts val="1200"/>
              <a:buChar char="●"/>
              <a:defRPr sz="1200"/>
            </a:lvl7pPr>
            <a:lvl8pPr marL="3657600" lvl="7" indent="-304800">
              <a:spcBef>
                <a:spcPts val="0"/>
              </a:spcBef>
              <a:spcAft>
                <a:spcPts val="0"/>
              </a:spcAft>
              <a:buClr>
                <a:schemeClr val="dk1"/>
              </a:buClr>
              <a:buSzPts val="1200"/>
              <a:buChar char="○"/>
              <a:defRPr sz="1200"/>
            </a:lvl8pPr>
            <a:lvl9pPr marL="4114800" lvl="8" indent="-304800">
              <a:spcBef>
                <a:spcPts val="0"/>
              </a:spcBef>
              <a:spcAft>
                <a:spcPts val="0"/>
              </a:spcAft>
              <a:buClr>
                <a:schemeClr val="dk1"/>
              </a:buClr>
              <a:buSzPts val="1200"/>
              <a:buChar char="■"/>
              <a:defRPr sz="1200"/>
            </a:lvl9pPr>
          </a:lstStyle>
          <a:p>
            <a:endParaRPr/>
          </a:p>
        </p:txBody>
      </p:sp>
      <p:sp>
        <p:nvSpPr>
          <p:cNvPr id="219" name="Google Shape;219;p29"/>
          <p:cNvSpPr txBox="1">
            <a:spLocks noGrp="1"/>
          </p:cNvSpPr>
          <p:nvPr>
            <p:ph type="subTitle" idx="4"/>
          </p:nvPr>
        </p:nvSpPr>
        <p:spPr>
          <a:xfrm>
            <a:off x="490551" y="1735531"/>
            <a:ext cx="990000" cy="4686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1pPr>
            <a:lvl2pPr lvl="1"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2pPr>
            <a:lvl3pPr lvl="2"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3pPr>
            <a:lvl4pPr lvl="3"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4pPr>
            <a:lvl5pPr lvl="4"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5pPr>
            <a:lvl6pPr lvl="5"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6pPr>
            <a:lvl7pPr lvl="6"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7pPr>
            <a:lvl8pPr lvl="7"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8pPr>
            <a:lvl9pPr lvl="8"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9pPr>
          </a:lstStyle>
          <a:p>
            <a:endParaRPr/>
          </a:p>
        </p:txBody>
      </p:sp>
      <p:sp>
        <p:nvSpPr>
          <p:cNvPr id="220" name="Google Shape;220;p29"/>
          <p:cNvSpPr txBox="1">
            <a:spLocks noGrp="1"/>
          </p:cNvSpPr>
          <p:nvPr>
            <p:ph type="subTitle" idx="5"/>
          </p:nvPr>
        </p:nvSpPr>
        <p:spPr>
          <a:xfrm>
            <a:off x="2084677" y="1742395"/>
            <a:ext cx="990000" cy="4686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1pPr>
            <a:lvl2pPr lvl="1"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2pPr>
            <a:lvl3pPr lvl="2"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3pPr>
            <a:lvl4pPr lvl="3"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4pPr>
            <a:lvl5pPr lvl="4"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5pPr>
            <a:lvl6pPr lvl="5"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6pPr>
            <a:lvl7pPr lvl="6"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7pPr>
            <a:lvl8pPr lvl="7"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8pPr>
            <a:lvl9pPr lvl="8"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9pPr>
          </a:lstStyle>
          <a:p>
            <a:endParaRPr/>
          </a:p>
        </p:txBody>
      </p:sp>
      <p:sp>
        <p:nvSpPr>
          <p:cNvPr id="221" name="Google Shape;221;p29"/>
          <p:cNvSpPr txBox="1">
            <a:spLocks noGrp="1"/>
          </p:cNvSpPr>
          <p:nvPr>
            <p:ph type="subTitle" idx="6"/>
          </p:nvPr>
        </p:nvSpPr>
        <p:spPr>
          <a:xfrm>
            <a:off x="3678777" y="1742612"/>
            <a:ext cx="990000" cy="4686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Font typeface="Libre Baskerville"/>
              <a:buNone/>
              <a:defRPr sz="1200">
                <a:latin typeface="Libre Baskerville"/>
                <a:ea typeface="Libre Baskerville"/>
                <a:cs typeface="Libre Baskerville"/>
                <a:sym typeface="Libre Baskerville"/>
              </a:defRPr>
            </a:lvl1pPr>
            <a:lvl2pPr lvl="1" algn="ctr">
              <a:spcBef>
                <a:spcPts val="0"/>
              </a:spcBef>
              <a:spcAft>
                <a:spcPts val="0"/>
              </a:spcAft>
              <a:buSzPts val="1200"/>
              <a:buFont typeface="Libre Baskerville"/>
              <a:buNone/>
              <a:defRPr sz="1200">
                <a:latin typeface="Libre Baskerville"/>
                <a:ea typeface="Libre Baskerville"/>
                <a:cs typeface="Libre Baskerville"/>
                <a:sym typeface="Libre Baskerville"/>
              </a:defRPr>
            </a:lvl2pPr>
            <a:lvl3pPr lvl="2" algn="ctr">
              <a:spcBef>
                <a:spcPts val="0"/>
              </a:spcBef>
              <a:spcAft>
                <a:spcPts val="0"/>
              </a:spcAft>
              <a:buSzPts val="1200"/>
              <a:buFont typeface="Libre Baskerville"/>
              <a:buNone/>
              <a:defRPr sz="1200">
                <a:latin typeface="Libre Baskerville"/>
                <a:ea typeface="Libre Baskerville"/>
                <a:cs typeface="Libre Baskerville"/>
                <a:sym typeface="Libre Baskerville"/>
              </a:defRPr>
            </a:lvl3pPr>
            <a:lvl4pPr lvl="3" algn="ctr">
              <a:spcBef>
                <a:spcPts val="0"/>
              </a:spcBef>
              <a:spcAft>
                <a:spcPts val="0"/>
              </a:spcAft>
              <a:buSzPts val="1200"/>
              <a:buFont typeface="Libre Baskerville"/>
              <a:buNone/>
              <a:defRPr sz="1200">
                <a:latin typeface="Libre Baskerville"/>
                <a:ea typeface="Libre Baskerville"/>
                <a:cs typeface="Libre Baskerville"/>
                <a:sym typeface="Libre Baskerville"/>
              </a:defRPr>
            </a:lvl4pPr>
            <a:lvl5pPr lvl="4" algn="ctr">
              <a:spcBef>
                <a:spcPts val="0"/>
              </a:spcBef>
              <a:spcAft>
                <a:spcPts val="0"/>
              </a:spcAft>
              <a:buSzPts val="1200"/>
              <a:buFont typeface="Libre Baskerville"/>
              <a:buNone/>
              <a:defRPr sz="1200">
                <a:latin typeface="Libre Baskerville"/>
                <a:ea typeface="Libre Baskerville"/>
                <a:cs typeface="Libre Baskerville"/>
                <a:sym typeface="Libre Baskerville"/>
              </a:defRPr>
            </a:lvl5pPr>
            <a:lvl6pPr lvl="5" algn="ctr">
              <a:spcBef>
                <a:spcPts val="0"/>
              </a:spcBef>
              <a:spcAft>
                <a:spcPts val="0"/>
              </a:spcAft>
              <a:buSzPts val="1200"/>
              <a:buFont typeface="Libre Baskerville"/>
              <a:buNone/>
              <a:defRPr sz="1200">
                <a:latin typeface="Libre Baskerville"/>
                <a:ea typeface="Libre Baskerville"/>
                <a:cs typeface="Libre Baskerville"/>
                <a:sym typeface="Libre Baskerville"/>
              </a:defRPr>
            </a:lvl6pPr>
            <a:lvl7pPr lvl="6" algn="ctr">
              <a:spcBef>
                <a:spcPts val="0"/>
              </a:spcBef>
              <a:spcAft>
                <a:spcPts val="0"/>
              </a:spcAft>
              <a:buSzPts val="1200"/>
              <a:buFont typeface="Libre Baskerville"/>
              <a:buNone/>
              <a:defRPr sz="1200">
                <a:latin typeface="Libre Baskerville"/>
                <a:ea typeface="Libre Baskerville"/>
                <a:cs typeface="Libre Baskerville"/>
                <a:sym typeface="Libre Baskerville"/>
              </a:defRPr>
            </a:lvl7pPr>
            <a:lvl8pPr lvl="7" algn="ctr">
              <a:spcBef>
                <a:spcPts val="0"/>
              </a:spcBef>
              <a:spcAft>
                <a:spcPts val="0"/>
              </a:spcAft>
              <a:buSzPts val="1200"/>
              <a:buFont typeface="Libre Baskerville"/>
              <a:buNone/>
              <a:defRPr sz="1200">
                <a:latin typeface="Libre Baskerville"/>
                <a:ea typeface="Libre Baskerville"/>
                <a:cs typeface="Libre Baskerville"/>
                <a:sym typeface="Libre Baskerville"/>
              </a:defRPr>
            </a:lvl8pPr>
            <a:lvl9pPr lvl="8" algn="ctr">
              <a:spcBef>
                <a:spcPts val="0"/>
              </a:spcBef>
              <a:spcAft>
                <a:spcPts val="0"/>
              </a:spcAft>
              <a:buSzPts val="1200"/>
              <a:buFont typeface="Libre Baskerville"/>
              <a:buNone/>
              <a:defRPr sz="1200">
                <a:latin typeface="Libre Baskerville"/>
                <a:ea typeface="Libre Baskerville"/>
                <a:cs typeface="Libre Baskerville"/>
                <a:sym typeface="Libre Baskerville"/>
              </a:defRPr>
            </a:lvl9pPr>
          </a:lstStyle>
          <a:p>
            <a:endParaRPr/>
          </a:p>
        </p:txBody>
      </p:sp>
      <p:cxnSp>
        <p:nvCxnSpPr>
          <p:cNvPr id="222" name="Google Shape;222;p29"/>
          <p:cNvCxnSpPr/>
          <p:nvPr/>
        </p:nvCxnSpPr>
        <p:spPr>
          <a:xfrm>
            <a:off x="2762250" y="4827750"/>
            <a:ext cx="0" cy="316500"/>
          </a:xfrm>
          <a:prstGeom prst="straightConnector1">
            <a:avLst/>
          </a:prstGeom>
          <a:noFill/>
          <a:ln w="9525" cap="flat" cmpd="sng">
            <a:solidFill>
              <a:schemeClr val="lt1"/>
            </a:solidFill>
            <a:prstDash val="solid"/>
            <a:round/>
            <a:headEnd type="none" w="med" len="med"/>
            <a:tailEnd type="none" w="med" len="med"/>
          </a:ln>
        </p:spPr>
      </p:cxnSp>
      <p:sp>
        <p:nvSpPr>
          <p:cNvPr id="223" name="Google Shape;223;p29"/>
          <p:cNvSpPr txBox="1">
            <a:spLocks noGrp="1"/>
          </p:cNvSpPr>
          <p:nvPr>
            <p:ph type="subTitle" idx="7"/>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a:endParaRPr/>
          </a:p>
        </p:txBody>
      </p:sp>
      <p:sp>
        <p:nvSpPr>
          <p:cNvPr id="224" name="Google Shape;224;p29"/>
          <p:cNvSpPr txBox="1">
            <a:spLocks noGrp="1"/>
          </p:cNvSpPr>
          <p:nvPr>
            <p:ph type="subTitle" idx="8"/>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800"/>
              <a:buNone/>
              <a:defRPr sz="800">
                <a:solidFill>
                  <a:schemeClr val="lt1"/>
                </a:solidFill>
              </a:defRPr>
            </a:lvl1pPr>
            <a:lvl2pPr lvl="1" algn="ctr">
              <a:spcBef>
                <a:spcPts val="0"/>
              </a:spcBef>
              <a:spcAft>
                <a:spcPts val="0"/>
              </a:spcAft>
              <a:buClr>
                <a:schemeClr val="lt1"/>
              </a:buClr>
              <a:buSzPts val="1000"/>
              <a:buNone/>
              <a:defRPr>
                <a:solidFill>
                  <a:schemeClr val="lt1"/>
                </a:solidFill>
              </a:defRPr>
            </a:lvl2pPr>
            <a:lvl3pPr lvl="2" algn="ctr">
              <a:spcBef>
                <a:spcPts val="0"/>
              </a:spcBef>
              <a:spcAft>
                <a:spcPts val="0"/>
              </a:spcAft>
              <a:buClr>
                <a:schemeClr val="lt1"/>
              </a:buClr>
              <a:buSzPts val="1000"/>
              <a:buNone/>
              <a:defRPr>
                <a:solidFill>
                  <a:schemeClr val="lt1"/>
                </a:solidFill>
              </a:defRPr>
            </a:lvl3pPr>
            <a:lvl4pPr lvl="3" algn="ctr">
              <a:spcBef>
                <a:spcPts val="0"/>
              </a:spcBef>
              <a:spcAft>
                <a:spcPts val="0"/>
              </a:spcAft>
              <a:buClr>
                <a:schemeClr val="lt1"/>
              </a:buClr>
              <a:buSzPts val="1000"/>
              <a:buNone/>
              <a:defRPr>
                <a:solidFill>
                  <a:schemeClr val="lt1"/>
                </a:solidFill>
              </a:defRPr>
            </a:lvl4pPr>
            <a:lvl5pPr lvl="4" algn="ctr">
              <a:spcBef>
                <a:spcPts val="0"/>
              </a:spcBef>
              <a:spcAft>
                <a:spcPts val="0"/>
              </a:spcAft>
              <a:buClr>
                <a:schemeClr val="lt1"/>
              </a:buClr>
              <a:buSzPts val="1000"/>
              <a:buNone/>
              <a:defRPr>
                <a:solidFill>
                  <a:schemeClr val="lt1"/>
                </a:solidFill>
              </a:defRPr>
            </a:lvl5pPr>
            <a:lvl6pPr lvl="5" algn="ctr">
              <a:spcBef>
                <a:spcPts val="0"/>
              </a:spcBef>
              <a:spcAft>
                <a:spcPts val="0"/>
              </a:spcAft>
              <a:buClr>
                <a:schemeClr val="lt1"/>
              </a:buClr>
              <a:buSzPts val="1000"/>
              <a:buNone/>
              <a:defRPr>
                <a:solidFill>
                  <a:schemeClr val="lt1"/>
                </a:solidFill>
              </a:defRPr>
            </a:lvl6pPr>
            <a:lvl7pPr lvl="6" algn="ctr">
              <a:spcBef>
                <a:spcPts val="0"/>
              </a:spcBef>
              <a:spcAft>
                <a:spcPts val="0"/>
              </a:spcAft>
              <a:buClr>
                <a:schemeClr val="lt1"/>
              </a:buClr>
              <a:buSzPts val="1000"/>
              <a:buNone/>
              <a:defRPr>
                <a:solidFill>
                  <a:schemeClr val="lt1"/>
                </a:solidFill>
              </a:defRPr>
            </a:lvl7pPr>
            <a:lvl8pPr lvl="7" algn="ctr">
              <a:spcBef>
                <a:spcPts val="0"/>
              </a:spcBef>
              <a:spcAft>
                <a:spcPts val="0"/>
              </a:spcAft>
              <a:buClr>
                <a:schemeClr val="lt1"/>
              </a:buClr>
              <a:buSzPts val="1000"/>
              <a:buNone/>
              <a:defRPr>
                <a:solidFill>
                  <a:schemeClr val="lt1"/>
                </a:solidFill>
              </a:defRPr>
            </a:lvl8pPr>
            <a:lvl9pPr lvl="8" algn="ctr">
              <a:spcBef>
                <a:spcPts val="0"/>
              </a:spcBef>
              <a:spcAft>
                <a:spcPts val="0"/>
              </a:spcAft>
              <a:buClr>
                <a:schemeClr val="lt1"/>
              </a:buClr>
              <a:buSzPts val="1000"/>
              <a:buNone/>
              <a:defRPr>
                <a:solidFill>
                  <a:schemeClr val="lt1"/>
                </a:solidFill>
              </a:defRPr>
            </a:lvl9pPr>
          </a:lstStyle>
          <a:p>
            <a:endParaRPr/>
          </a:p>
        </p:txBody>
      </p:sp>
      <p:sp>
        <p:nvSpPr>
          <p:cNvPr id="225" name="Google Shape;225;p29"/>
          <p:cNvSpPr/>
          <p:nvPr/>
        </p:nvSpPr>
        <p:spPr>
          <a:xfrm rot="5400000">
            <a:off x="8611250" y="4735800"/>
            <a:ext cx="321000" cy="494100"/>
          </a:xfrm>
          <a:prstGeom prst="round2SameRect">
            <a:avLst>
              <a:gd name="adj1" fmla="val 50000"/>
              <a:gd name="adj2" fmla="val 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26" name="Google Shape;226;p29"/>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tart Stop Continue">
  <p:cSld name="ONE_COLUMN_TEXT_1_1">
    <p:bg>
      <p:bgPr>
        <a:solidFill>
          <a:schemeClr val="lt1"/>
        </a:solidFill>
        <a:effectLst/>
      </p:bgPr>
    </p:bg>
    <p:spTree>
      <p:nvGrpSpPr>
        <p:cNvPr id="1" name="Shape 227"/>
        <p:cNvGrpSpPr/>
        <p:nvPr/>
      </p:nvGrpSpPr>
      <p:grpSpPr>
        <a:xfrm>
          <a:off x="0" y="0"/>
          <a:ext cx="0" cy="0"/>
          <a:chOff x="0" y="0"/>
          <a:chExt cx="0" cy="0"/>
        </a:xfrm>
      </p:grpSpPr>
      <p:sp>
        <p:nvSpPr>
          <p:cNvPr id="228" name="Google Shape;228;p30"/>
          <p:cNvSpPr/>
          <p:nvPr/>
        </p:nvSpPr>
        <p:spPr>
          <a:xfrm rot="5400000">
            <a:off x="4391175" y="560850"/>
            <a:ext cx="321000" cy="8851800"/>
          </a:xfrm>
          <a:prstGeom prst="round2SameRect">
            <a:avLst>
              <a:gd name="adj1" fmla="val 50000"/>
              <a:gd name="adj2"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229" name="Google Shape;229;p30"/>
          <p:cNvSpPr/>
          <p:nvPr/>
        </p:nvSpPr>
        <p:spPr>
          <a:xfrm>
            <a:off x="4782500" y="317550"/>
            <a:ext cx="4111200" cy="13716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0"/>
          <p:cNvSpPr/>
          <p:nvPr/>
        </p:nvSpPr>
        <p:spPr>
          <a:xfrm>
            <a:off x="4782500" y="1814413"/>
            <a:ext cx="4111200" cy="13716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0"/>
          <p:cNvSpPr/>
          <p:nvPr/>
        </p:nvSpPr>
        <p:spPr>
          <a:xfrm>
            <a:off x="4782500" y="3320750"/>
            <a:ext cx="4111200" cy="13806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2" name="Google Shape;232;p30"/>
          <p:cNvCxnSpPr/>
          <p:nvPr/>
        </p:nvCxnSpPr>
        <p:spPr>
          <a:xfrm>
            <a:off x="2762250" y="4827750"/>
            <a:ext cx="0" cy="316500"/>
          </a:xfrm>
          <a:prstGeom prst="straightConnector1">
            <a:avLst/>
          </a:prstGeom>
          <a:noFill/>
          <a:ln w="9525" cap="flat" cmpd="sng">
            <a:solidFill>
              <a:schemeClr val="dk1"/>
            </a:solidFill>
            <a:prstDash val="solid"/>
            <a:round/>
            <a:headEnd type="none" w="med" len="med"/>
            <a:tailEnd type="none" w="med" len="med"/>
          </a:ln>
        </p:spPr>
      </p:cxnSp>
      <p:sp>
        <p:nvSpPr>
          <p:cNvPr id="233" name="Google Shape;233;p30"/>
          <p:cNvSpPr txBox="1">
            <a:spLocks noGrp="1"/>
          </p:cNvSpPr>
          <p:nvPr>
            <p:ph type="subTitle" idx="1"/>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234" name="Google Shape;234;p30"/>
          <p:cNvSpPr txBox="1">
            <a:spLocks noGrp="1"/>
          </p:cNvSpPr>
          <p:nvPr>
            <p:ph type="subTitle" idx="2"/>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235" name="Google Shape;235;p30"/>
          <p:cNvSpPr txBox="1">
            <a:spLocks noGrp="1"/>
          </p:cNvSpPr>
          <p:nvPr>
            <p:ph type="body" idx="3"/>
          </p:nvPr>
        </p:nvSpPr>
        <p:spPr>
          <a:xfrm>
            <a:off x="5033900" y="317600"/>
            <a:ext cx="3601200" cy="1371600"/>
          </a:xfrm>
          <a:prstGeom prst="rect">
            <a:avLst/>
          </a:prstGeom>
        </p:spPr>
        <p:txBody>
          <a:bodyPr spcFirstLastPara="1" wrap="square" lIns="91425" tIns="91425" rIns="0"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6" name="Google Shape;236;p30"/>
          <p:cNvSpPr txBox="1">
            <a:spLocks noGrp="1"/>
          </p:cNvSpPr>
          <p:nvPr>
            <p:ph type="body" idx="4"/>
          </p:nvPr>
        </p:nvSpPr>
        <p:spPr>
          <a:xfrm>
            <a:off x="5033900" y="1819175"/>
            <a:ext cx="3601200" cy="1371600"/>
          </a:xfrm>
          <a:prstGeom prst="rect">
            <a:avLst/>
          </a:prstGeom>
        </p:spPr>
        <p:txBody>
          <a:bodyPr spcFirstLastPara="1" wrap="square" lIns="91425" tIns="91425" rIns="0"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7" name="Google Shape;237;p30"/>
          <p:cNvSpPr txBox="1">
            <a:spLocks noGrp="1"/>
          </p:cNvSpPr>
          <p:nvPr>
            <p:ph type="body" idx="5"/>
          </p:nvPr>
        </p:nvSpPr>
        <p:spPr>
          <a:xfrm>
            <a:off x="5033900" y="3320750"/>
            <a:ext cx="3601200" cy="1380600"/>
          </a:xfrm>
          <a:prstGeom prst="rect">
            <a:avLst/>
          </a:prstGeom>
        </p:spPr>
        <p:txBody>
          <a:bodyPr spcFirstLastPara="1" wrap="square" lIns="91425" tIns="91425" rIns="0"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8" name="Google Shape;238;p30"/>
          <p:cNvSpPr/>
          <p:nvPr/>
        </p:nvSpPr>
        <p:spPr>
          <a:xfrm rot="5400000">
            <a:off x="8611250" y="4735800"/>
            <a:ext cx="321000" cy="494100"/>
          </a:xfrm>
          <a:prstGeom prst="round2SameRect">
            <a:avLst>
              <a:gd name="adj1" fmla="val 50000"/>
              <a:gd name="adj2"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39" name="Google Shape;239;p30"/>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teps">
  <p:cSld name="ONE_COLUMN_TEXT_1_1_1">
    <p:bg>
      <p:bgPr>
        <a:solidFill>
          <a:schemeClr val="lt1"/>
        </a:solidFill>
        <a:effectLst/>
      </p:bgPr>
    </p:bg>
    <p:spTree>
      <p:nvGrpSpPr>
        <p:cNvPr id="1" name="Shape 240"/>
        <p:cNvGrpSpPr/>
        <p:nvPr/>
      </p:nvGrpSpPr>
      <p:grpSpPr>
        <a:xfrm>
          <a:off x="0" y="0"/>
          <a:ext cx="0" cy="0"/>
          <a:chOff x="0" y="0"/>
          <a:chExt cx="0" cy="0"/>
        </a:xfrm>
      </p:grpSpPr>
      <p:sp>
        <p:nvSpPr>
          <p:cNvPr id="241" name="Google Shape;241;p31"/>
          <p:cNvSpPr txBox="1">
            <a:spLocks noGrp="1"/>
          </p:cNvSpPr>
          <p:nvPr>
            <p:ph type="title"/>
          </p:nvPr>
        </p:nvSpPr>
        <p:spPr>
          <a:xfrm>
            <a:off x="125700" y="134475"/>
            <a:ext cx="2517000" cy="17370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5600"/>
              <a:buFont typeface="Libre Baskerville"/>
              <a:buNone/>
              <a:defRPr sz="5600"/>
            </a:lvl2pPr>
            <a:lvl3pPr lvl="2">
              <a:spcBef>
                <a:spcPts val="0"/>
              </a:spcBef>
              <a:spcAft>
                <a:spcPts val="0"/>
              </a:spcAft>
              <a:buSzPts val="5600"/>
              <a:buFont typeface="Libre Baskerville"/>
              <a:buNone/>
              <a:defRPr sz="5600"/>
            </a:lvl3pPr>
            <a:lvl4pPr lvl="3">
              <a:spcBef>
                <a:spcPts val="0"/>
              </a:spcBef>
              <a:spcAft>
                <a:spcPts val="0"/>
              </a:spcAft>
              <a:buSzPts val="5600"/>
              <a:buFont typeface="Libre Baskerville"/>
              <a:buNone/>
              <a:defRPr sz="5600"/>
            </a:lvl4pPr>
            <a:lvl5pPr lvl="4">
              <a:spcBef>
                <a:spcPts val="0"/>
              </a:spcBef>
              <a:spcAft>
                <a:spcPts val="0"/>
              </a:spcAft>
              <a:buSzPts val="5600"/>
              <a:buFont typeface="Libre Baskerville"/>
              <a:buNone/>
              <a:defRPr sz="5600"/>
            </a:lvl5pPr>
            <a:lvl6pPr lvl="5">
              <a:spcBef>
                <a:spcPts val="0"/>
              </a:spcBef>
              <a:spcAft>
                <a:spcPts val="0"/>
              </a:spcAft>
              <a:buSzPts val="5600"/>
              <a:buFont typeface="Libre Baskerville"/>
              <a:buNone/>
              <a:defRPr sz="5600"/>
            </a:lvl6pPr>
            <a:lvl7pPr lvl="6">
              <a:spcBef>
                <a:spcPts val="0"/>
              </a:spcBef>
              <a:spcAft>
                <a:spcPts val="0"/>
              </a:spcAft>
              <a:buSzPts val="5600"/>
              <a:buFont typeface="Libre Baskerville"/>
              <a:buNone/>
              <a:defRPr sz="5600"/>
            </a:lvl7pPr>
            <a:lvl8pPr lvl="7">
              <a:spcBef>
                <a:spcPts val="0"/>
              </a:spcBef>
              <a:spcAft>
                <a:spcPts val="0"/>
              </a:spcAft>
              <a:buSzPts val="5600"/>
              <a:buFont typeface="Libre Baskerville"/>
              <a:buNone/>
              <a:defRPr sz="5600"/>
            </a:lvl8pPr>
            <a:lvl9pPr lvl="8">
              <a:spcBef>
                <a:spcPts val="0"/>
              </a:spcBef>
              <a:spcAft>
                <a:spcPts val="0"/>
              </a:spcAft>
              <a:buSzPts val="5600"/>
              <a:buFont typeface="Libre Baskerville"/>
              <a:buNone/>
              <a:defRPr sz="5600"/>
            </a:lvl9pPr>
          </a:lstStyle>
          <a:p>
            <a:endParaRPr/>
          </a:p>
        </p:txBody>
      </p:sp>
      <p:sp>
        <p:nvSpPr>
          <p:cNvPr id="242" name="Google Shape;242;p31"/>
          <p:cNvSpPr/>
          <p:nvPr/>
        </p:nvSpPr>
        <p:spPr>
          <a:xfrm rot="5400000">
            <a:off x="4391175" y="560850"/>
            <a:ext cx="321000" cy="8851800"/>
          </a:xfrm>
          <a:prstGeom prst="round2SameRect">
            <a:avLst>
              <a:gd name="adj1" fmla="val 50000"/>
              <a:gd name="adj2"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cxnSp>
        <p:nvCxnSpPr>
          <p:cNvPr id="243" name="Google Shape;243;p31"/>
          <p:cNvCxnSpPr/>
          <p:nvPr/>
        </p:nvCxnSpPr>
        <p:spPr>
          <a:xfrm>
            <a:off x="2762250" y="4827750"/>
            <a:ext cx="0" cy="316500"/>
          </a:xfrm>
          <a:prstGeom prst="straightConnector1">
            <a:avLst/>
          </a:prstGeom>
          <a:noFill/>
          <a:ln w="9525" cap="flat" cmpd="sng">
            <a:solidFill>
              <a:schemeClr val="dk1"/>
            </a:solidFill>
            <a:prstDash val="solid"/>
            <a:round/>
            <a:headEnd type="none" w="med" len="med"/>
            <a:tailEnd type="none" w="med" len="med"/>
          </a:ln>
        </p:spPr>
      </p:cxnSp>
      <p:sp>
        <p:nvSpPr>
          <p:cNvPr id="244" name="Google Shape;244;p31"/>
          <p:cNvSpPr txBox="1">
            <a:spLocks noGrp="1"/>
          </p:cNvSpPr>
          <p:nvPr>
            <p:ph type="subTitle" idx="1"/>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245" name="Google Shape;245;p31"/>
          <p:cNvSpPr txBox="1">
            <a:spLocks noGrp="1"/>
          </p:cNvSpPr>
          <p:nvPr>
            <p:ph type="subTitle" idx="2"/>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246" name="Google Shape;246;p31"/>
          <p:cNvSpPr/>
          <p:nvPr/>
        </p:nvSpPr>
        <p:spPr>
          <a:xfrm>
            <a:off x="3314045" y="288600"/>
            <a:ext cx="2391300" cy="13716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1"/>
          <p:cNvSpPr/>
          <p:nvPr/>
        </p:nvSpPr>
        <p:spPr>
          <a:xfrm>
            <a:off x="3314045" y="1808910"/>
            <a:ext cx="2391300" cy="13716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1"/>
          <p:cNvSpPr/>
          <p:nvPr/>
        </p:nvSpPr>
        <p:spPr>
          <a:xfrm>
            <a:off x="3314000" y="3329144"/>
            <a:ext cx="2391300" cy="13716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1"/>
          <p:cNvSpPr/>
          <p:nvPr/>
        </p:nvSpPr>
        <p:spPr>
          <a:xfrm>
            <a:off x="6502495" y="288450"/>
            <a:ext cx="2391300" cy="13716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1"/>
          <p:cNvSpPr/>
          <p:nvPr/>
        </p:nvSpPr>
        <p:spPr>
          <a:xfrm>
            <a:off x="6502495" y="1808760"/>
            <a:ext cx="2391300" cy="13716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1"/>
          <p:cNvSpPr/>
          <p:nvPr/>
        </p:nvSpPr>
        <p:spPr>
          <a:xfrm>
            <a:off x="6502450" y="3328994"/>
            <a:ext cx="2391300" cy="13716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1"/>
          <p:cNvSpPr txBox="1"/>
          <p:nvPr/>
        </p:nvSpPr>
        <p:spPr>
          <a:xfrm>
            <a:off x="2642663" y="288600"/>
            <a:ext cx="671400" cy="1371600"/>
          </a:xfrm>
          <a:prstGeom prst="rect">
            <a:avLst/>
          </a:prstGeom>
          <a:noFill/>
          <a:ln>
            <a:noFill/>
          </a:ln>
        </p:spPr>
        <p:txBody>
          <a:bodyPr spcFirstLastPara="1" wrap="square" lIns="91425" tIns="91425" rIns="182875" bIns="91425" anchor="t" anchorCtr="0">
            <a:noAutofit/>
          </a:bodyPr>
          <a:lstStyle/>
          <a:p>
            <a:pPr marL="0" lvl="0" indent="0" algn="r" rtl="0">
              <a:spcBef>
                <a:spcPts val="0"/>
              </a:spcBef>
              <a:spcAft>
                <a:spcPts val="0"/>
              </a:spcAft>
              <a:buNone/>
            </a:pPr>
            <a:r>
              <a:rPr lang="en" sz="3600">
                <a:solidFill>
                  <a:schemeClr val="dk1"/>
                </a:solidFill>
                <a:latin typeface="Libre Baskerville"/>
                <a:ea typeface="Libre Baskerville"/>
                <a:cs typeface="Libre Baskerville"/>
                <a:sym typeface="Libre Baskerville"/>
              </a:rPr>
              <a:t>1</a:t>
            </a:r>
            <a:endParaRPr sz="3600">
              <a:solidFill>
                <a:schemeClr val="dk1"/>
              </a:solidFill>
              <a:latin typeface="Libre Baskerville"/>
              <a:ea typeface="Libre Baskerville"/>
              <a:cs typeface="Libre Baskerville"/>
              <a:sym typeface="Libre Baskerville"/>
            </a:endParaRPr>
          </a:p>
        </p:txBody>
      </p:sp>
      <p:sp>
        <p:nvSpPr>
          <p:cNvPr id="253" name="Google Shape;253;p31"/>
          <p:cNvSpPr txBox="1"/>
          <p:nvPr/>
        </p:nvSpPr>
        <p:spPr>
          <a:xfrm>
            <a:off x="2642663" y="1808910"/>
            <a:ext cx="671400" cy="1371600"/>
          </a:xfrm>
          <a:prstGeom prst="rect">
            <a:avLst/>
          </a:prstGeom>
          <a:noFill/>
          <a:ln>
            <a:noFill/>
          </a:ln>
        </p:spPr>
        <p:txBody>
          <a:bodyPr spcFirstLastPara="1" wrap="square" lIns="91425" tIns="91425" rIns="182875" bIns="91425" anchor="t" anchorCtr="0">
            <a:noAutofit/>
          </a:bodyPr>
          <a:lstStyle/>
          <a:p>
            <a:pPr marL="0" lvl="0" indent="0" algn="r" rtl="0">
              <a:spcBef>
                <a:spcPts val="0"/>
              </a:spcBef>
              <a:spcAft>
                <a:spcPts val="0"/>
              </a:spcAft>
              <a:buNone/>
            </a:pPr>
            <a:r>
              <a:rPr lang="en" sz="3600">
                <a:solidFill>
                  <a:schemeClr val="dk1"/>
                </a:solidFill>
                <a:latin typeface="Libre Baskerville"/>
                <a:ea typeface="Libre Baskerville"/>
                <a:cs typeface="Libre Baskerville"/>
                <a:sym typeface="Libre Baskerville"/>
              </a:rPr>
              <a:t>2</a:t>
            </a:r>
            <a:endParaRPr sz="3600">
              <a:solidFill>
                <a:schemeClr val="dk1"/>
              </a:solidFill>
              <a:latin typeface="Libre Baskerville"/>
              <a:ea typeface="Libre Baskerville"/>
              <a:cs typeface="Libre Baskerville"/>
              <a:sym typeface="Libre Baskerville"/>
            </a:endParaRPr>
          </a:p>
        </p:txBody>
      </p:sp>
      <p:sp>
        <p:nvSpPr>
          <p:cNvPr id="254" name="Google Shape;254;p31"/>
          <p:cNvSpPr txBox="1"/>
          <p:nvPr/>
        </p:nvSpPr>
        <p:spPr>
          <a:xfrm>
            <a:off x="2642600" y="3329144"/>
            <a:ext cx="671400" cy="1371600"/>
          </a:xfrm>
          <a:prstGeom prst="rect">
            <a:avLst/>
          </a:prstGeom>
          <a:noFill/>
          <a:ln>
            <a:noFill/>
          </a:ln>
        </p:spPr>
        <p:txBody>
          <a:bodyPr spcFirstLastPara="1" wrap="square" lIns="91425" tIns="91425" rIns="182875" bIns="91425" anchor="t" anchorCtr="0">
            <a:noAutofit/>
          </a:bodyPr>
          <a:lstStyle/>
          <a:p>
            <a:pPr marL="0" lvl="0" indent="0" algn="r" rtl="0">
              <a:spcBef>
                <a:spcPts val="0"/>
              </a:spcBef>
              <a:spcAft>
                <a:spcPts val="0"/>
              </a:spcAft>
              <a:buNone/>
            </a:pPr>
            <a:r>
              <a:rPr lang="en" sz="3600">
                <a:solidFill>
                  <a:schemeClr val="dk1"/>
                </a:solidFill>
                <a:latin typeface="Libre Baskerville"/>
                <a:ea typeface="Libre Baskerville"/>
                <a:cs typeface="Libre Baskerville"/>
                <a:sym typeface="Libre Baskerville"/>
              </a:rPr>
              <a:t>3</a:t>
            </a:r>
            <a:endParaRPr sz="3600">
              <a:solidFill>
                <a:schemeClr val="dk1"/>
              </a:solidFill>
              <a:latin typeface="Libre Baskerville"/>
              <a:ea typeface="Libre Baskerville"/>
              <a:cs typeface="Libre Baskerville"/>
              <a:sym typeface="Libre Baskerville"/>
            </a:endParaRPr>
          </a:p>
        </p:txBody>
      </p:sp>
      <p:sp>
        <p:nvSpPr>
          <p:cNvPr id="255" name="Google Shape;255;p31"/>
          <p:cNvSpPr txBox="1"/>
          <p:nvPr/>
        </p:nvSpPr>
        <p:spPr>
          <a:xfrm>
            <a:off x="5831163" y="288450"/>
            <a:ext cx="671400" cy="1371600"/>
          </a:xfrm>
          <a:prstGeom prst="rect">
            <a:avLst/>
          </a:prstGeom>
          <a:noFill/>
          <a:ln>
            <a:noFill/>
          </a:ln>
        </p:spPr>
        <p:txBody>
          <a:bodyPr spcFirstLastPara="1" wrap="square" lIns="91425" tIns="91425" rIns="182875" bIns="91425" anchor="t" anchorCtr="0">
            <a:noAutofit/>
          </a:bodyPr>
          <a:lstStyle/>
          <a:p>
            <a:pPr marL="0" lvl="0" indent="0" algn="r" rtl="0">
              <a:spcBef>
                <a:spcPts val="0"/>
              </a:spcBef>
              <a:spcAft>
                <a:spcPts val="0"/>
              </a:spcAft>
              <a:buNone/>
            </a:pPr>
            <a:r>
              <a:rPr lang="en" sz="3600">
                <a:solidFill>
                  <a:schemeClr val="dk1"/>
                </a:solidFill>
                <a:latin typeface="Libre Baskerville"/>
                <a:ea typeface="Libre Baskerville"/>
                <a:cs typeface="Libre Baskerville"/>
                <a:sym typeface="Libre Baskerville"/>
              </a:rPr>
              <a:t>4</a:t>
            </a:r>
            <a:endParaRPr sz="3600">
              <a:solidFill>
                <a:schemeClr val="dk1"/>
              </a:solidFill>
              <a:latin typeface="Libre Baskerville"/>
              <a:ea typeface="Libre Baskerville"/>
              <a:cs typeface="Libre Baskerville"/>
              <a:sym typeface="Libre Baskerville"/>
            </a:endParaRPr>
          </a:p>
        </p:txBody>
      </p:sp>
      <p:sp>
        <p:nvSpPr>
          <p:cNvPr id="256" name="Google Shape;256;p31"/>
          <p:cNvSpPr txBox="1"/>
          <p:nvPr/>
        </p:nvSpPr>
        <p:spPr>
          <a:xfrm>
            <a:off x="5831163" y="1808760"/>
            <a:ext cx="671400" cy="1371600"/>
          </a:xfrm>
          <a:prstGeom prst="rect">
            <a:avLst/>
          </a:prstGeom>
          <a:noFill/>
          <a:ln>
            <a:noFill/>
          </a:ln>
        </p:spPr>
        <p:txBody>
          <a:bodyPr spcFirstLastPara="1" wrap="square" lIns="91425" tIns="91425" rIns="182875" bIns="91425" anchor="t" anchorCtr="0">
            <a:noAutofit/>
          </a:bodyPr>
          <a:lstStyle/>
          <a:p>
            <a:pPr marL="0" lvl="0" indent="0" algn="r" rtl="0">
              <a:spcBef>
                <a:spcPts val="0"/>
              </a:spcBef>
              <a:spcAft>
                <a:spcPts val="0"/>
              </a:spcAft>
              <a:buNone/>
            </a:pPr>
            <a:r>
              <a:rPr lang="en" sz="3600">
                <a:solidFill>
                  <a:schemeClr val="dk1"/>
                </a:solidFill>
                <a:latin typeface="Libre Baskerville"/>
                <a:ea typeface="Libre Baskerville"/>
                <a:cs typeface="Libre Baskerville"/>
                <a:sym typeface="Libre Baskerville"/>
              </a:rPr>
              <a:t>5</a:t>
            </a:r>
            <a:endParaRPr sz="3600">
              <a:solidFill>
                <a:schemeClr val="dk1"/>
              </a:solidFill>
              <a:latin typeface="Libre Baskerville"/>
              <a:ea typeface="Libre Baskerville"/>
              <a:cs typeface="Libre Baskerville"/>
              <a:sym typeface="Libre Baskerville"/>
            </a:endParaRPr>
          </a:p>
        </p:txBody>
      </p:sp>
      <p:sp>
        <p:nvSpPr>
          <p:cNvPr id="257" name="Google Shape;257;p31"/>
          <p:cNvSpPr txBox="1"/>
          <p:nvPr/>
        </p:nvSpPr>
        <p:spPr>
          <a:xfrm>
            <a:off x="5831100" y="3328994"/>
            <a:ext cx="671400" cy="1371600"/>
          </a:xfrm>
          <a:prstGeom prst="rect">
            <a:avLst/>
          </a:prstGeom>
          <a:noFill/>
          <a:ln>
            <a:noFill/>
          </a:ln>
        </p:spPr>
        <p:txBody>
          <a:bodyPr spcFirstLastPara="1" wrap="square" lIns="91425" tIns="91425" rIns="182875" bIns="91425" anchor="t" anchorCtr="0">
            <a:noAutofit/>
          </a:bodyPr>
          <a:lstStyle/>
          <a:p>
            <a:pPr marL="0" lvl="0" indent="0" algn="r" rtl="0">
              <a:spcBef>
                <a:spcPts val="0"/>
              </a:spcBef>
              <a:spcAft>
                <a:spcPts val="0"/>
              </a:spcAft>
              <a:buNone/>
            </a:pPr>
            <a:r>
              <a:rPr lang="en" sz="3600">
                <a:solidFill>
                  <a:schemeClr val="dk1"/>
                </a:solidFill>
                <a:latin typeface="Libre Baskerville"/>
                <a:ea typeface="Libre Baskerville"/>
                <a:cs typeface="Libre Baskerville"/>
                <a:sym typeface="Libre Baskerville"/>
              </a:rPr>
              <a:t>6	</a:t>
            </a:r>
            <a:endParaRPr sz="3600">
              <a:solidFill>
                <a:schemeClr val="dk1"/>
              </a:solidFill>
              <a:latin typeface="Libre Baskerville"/>
              <a:ea typeface="Libre Baskerville"/>
              <a:cs typeface="Libre Baskerville"/>
              <a:sym typeface="Libre Baskerville"/>
            </a:endParaRPr>
          </a:p>
        </p:txBody>
      </p:sp>
      <p:sp>
        <p:nvSpPr>
          <p:cNvPr id="258" name="Google Shape;258;p31"/>
          <p:cNvSpPr txBox="1">
            <a:spLocks noGrp="1"/>
          </p:cNvSpPr>
          <p:nvPr>
            <p:ph type="body" idx="3"/>
          </p:nvPr>
        </p:nvSpPr>
        <p:spPr>
          <a:xfrm>
            <a:off x="3314000" y="288600"/>
            <a:ext cx="2391300" cy="1371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259" name="Google Shape;259;p31"/>
          <p:cNvSpPr txBox="1">
            <a:spLocks noGrp="1"/>
          </p:cNvSpPr>
          <p:nvPr>
            <p:ph type="body" idx="4"/>
          </p:nvPr>
        </p:nvSpPr>
        <p:spPr>
          <a:xfrm>
            <a:off x="3314050" y="1808985"/>
            <a:ext cx="2391300" cy="1371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260" name="Google Shape;260;p31"/>
          <p:cNvSpPr txBox="1">
            <a:spLocks noGrp="1"/>
          </p:cNvSpPr>
          <p:nvPr>
            <p:ph type="body" idx="5"/>
          </p:nvPr>
        </p:nvSpPr>
        <p:spPr>
          <a:xfrm>
            <a:off x="6502500" y="288300"/>
            <a:ext cx="2391300" cy="1371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261" name="Google Shape;261;p31"/>
          <p:cNvSpPr txBox="1">
            <a:spLocks noGrp="1"/>
          </p:cNvSpPr>
          <p:nvPr>
            <p:ph type="body" idx="6"/>
          </p:nvPr>
        </p:nvSpPr>
        <p:spPr>
          <a:xfrm>
            <a:off x="6502450" y="1808835"/>
            <a:ext cx="2391300" cy="1371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262" name="Google Shape;262;p31"/>
          <p:cNvSpPr txBox="1">
            <a:spLocks noGrp="1"/>
          </p:cNvSpPr>
          <p:nvPr>
            <p:ph type="body" idx="7"/>
          </p:nvPr>
        </p:nvSpPr>
        <p:spPr>
          <a:xfrm>
            <a:off x="3314000" y="3329144"/>
            <a:ext cx="2391300" cy="1371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263" name="Google Shape;263;p31"/>
          <p:cNvSpPr txBox="1">
            <a:spLocks noGrp="1"/>
          </p:cNvSpPr>
          <p:nvPr>
            <p:ph type="body" idx="8"/>
          </p:nvPr>
        </p:nvSpPr>
        <p:spPr>
          <a:xfrm>
            <a:off x="6502450" y="3328994"/>
            <a:ext cx="2391300" cy="1371600"/>
          </a:xfrm>
          <a:prstGeom prst="rect">
            <a:avLst/>
          </a:prstGeom>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264" name="Google Shape;264;p31"/>
          <p:cNvSpPr/>
          <p:nvPr/>
        </p:nvSpPr>
        <p:spPr>
          <a:xfrm rot="5400000">
            <a:off x="8611250" y="4735800"/>
            <a:ext cx="321000" cy="494100"/>
          </a:xfrm>
          <a:prstGeom prst="round2SameRect">
            <a:avLst>
              <a:gd name="adj1" fmla="val 50000"/>
              <a:gd name="adj2"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65" name="Google Shape;265;p31"/>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roject Summary">
  <p:cSld name="CUSTOM_7">
    <p:spTree>
      <p:nvGrpSpPr>
        <p:cNvPr id="1" name="Shape 266"/>
        <p:cNvGrpSpPr/>
        <p:nvPr/>
      </p:nvGrpSpPr>
      <p:grpSpPr>
        <a:xfrm>
          <a:off x="0" y="0"/>
          <a:ext cx="0" cy="0"/>
          <a:chOff x="0" y="0"/>
          <a:chExt cx="0" cy="0"/>
        </a:xfrm>
      </p:grpSpPr>
      <p:sp>
        <p:nvSpPr>
          <p:cNvPr id="267" name="Google Shape;267;p32"/>
          <p:cNvSpPr>
            <a:spLocks noGrp="1"/>
          </p:cNvSpPr>
          <p:nvPr>
            <p:ph type="pic" idx="2"/>
          </p:nvPr>
        </p:nvSpPr>
        <p:spPr>
          <a:xfrm>
            <a:off x="3822106" y="0"/>
            <a:ext cx="5322000" cy="5143500"/>
          </a:xfrm>
          <a:prstGeom prst="rect">
            <a:avLst/>
          </a:prstGeom>
          <a:noFill/>
          <a:ln>
            <a:noFill/>
          </a:ln>
        </p:spPr>
      </p:sp>
      <p:sp>
        <p:nvSpPr>
          <p:cNvPr id="268" name="Google Shape;268;p32"/>
          <p:cNvSpPr txBox="1">
            <a:spLocks noGrp="1"/>
          </p:cNvSpPr>
          <p:nvPr>
            <p:ph type="title"/>
          </p:nvPr>
        </p:nvSpPr>
        <p:spPr>
          <a:xfrm>
            <a:off x="125700" y="134475"/>
            <a:ext cx="4111200" cy="17370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5600"/>
              <a:buFont typeface="Libre Baskerville"/>
              <a:buNone/>
              <a:defRPr sz="5600"/>
            </a:lvl2pPr>
            <a:lvl3pPr lvl="2">
              <a:spcBef>
                <a:spcPts val="0"/>
              </a:spcBef>
              <a:spcAft>
                <a:spcPts val="0"/>
              </a:spcAft>
              <a:buSzPts val="5600"/>
              <a:buFont typeface="Libre Baskerville"/>
              <a:buNone/>
              <a:defRPr sz="5600"/>
            </a:lvl3pPr>
            <a:lvl4pPr lvl="3">
              <a:spcBef>
                <a:spcPts val="0"/>
              </a:spcBef>
              <a:spcAft>
                <a:spcPts val="0"/>
              </a:spcAft>
              <a:buSzPts val="5600"/>
              <a:buFont typeface="Libre Baskerville"/>
              <a:buNone/>
              <a:defRPr sz="5600"/>
            </a:lvl4pPr>
            <a:lvl5pPr lvl="4">
              <a:spcBef>
                <a:spcPts val="0"/>
              </a:spcBef>
              <a:spcAft>
                <a:spcPts val="0"/>
              </a:spcAft>
              <a:buSzPts val="5600"/>
              <a:buFont typeface="Libre Baskerville"/>
              <a:buNone/>
              <a:defRPr sz="5600"/>
            </a:lvl5pPr>
            <a:lvl6pPr lvl="5">
              <a:spcBef>
                <a:spcPts val="0"/>
              </a:spcBef>
              <a:spcAft>
                <a:spcPts val="0"/>
              </a:spcAft>
              <a:buSzPts val="5600"/>
              <a:buFont typeface="Libre Baskerville"/>
              <a:buNone/>
              <a:defRPr sz="5600"/>
            </a:lvl6pPr>
            <a:lvl7pPr lvl="6">
              <a:spcBef>
                <a:spcPts val="0"/>
              </a:spcBef>
              <a:spcAft>
                <a:spcPts val="0"/>
              </a:spcAft>
              <a:buSzPts val="5600"/>
              <a:buFont typeface="Libre Baskerville"/>
              <a:buNone/>
              <a:defRPr sz="5600"/>
            </a:lvl7pPr>
            <a:lvl8pPr lvl="7">
              <a:spcBef>
                <a:spcPts val="0"/>
              </a:spcBef>
              <a:spcAft>
                <a:spcPts val="0"/>
              </a:spcAft>
              <a:buSzPts val="5600"/>
              <a:buFont typeface="Libre Baskerville"/>
              <a:buNone/>
              <a:defRPr sz="5600"/>
            </a:lvl8pPr>
            <a:lvl9pPr lvl="8">
              <a:spcBef>
                <a:spcPts val="0"/>
              </a:spcBef>
              <a:spcAft>
                <a:spcPts val="0"/>
              </a:spcAft>
              <a:buSzPts val="5600"/>
              <a:buFont typeface="Libre Baskerville"/>
              <a:buNone/>
              <a:defRPr sz="5600"/>
            </a:lvl9pPr>
          </a:lstStyle>
          <a:p>
            <a:endParaRPr/>
          </a:p>
        </p:txBody>
      </p:sp>
      <p:sp>
        <p:nvSpPr>
          <p:cNvPr id="269" name="Google Shape;269;p32"/>
          <p:cNvSpPr txBox="1">
            <a:spLocks noGrp="1"/>
          </p:cNvSpPr>
          <p:nvPr>
            <p:ph type="body" idx="1"/>
          </p:nvPr>
        </p:nvSpPr>
        <p:spPr>
          <a:xfrm>
            <a:off x="251400" y="2985775"/>
            <a:ext cx="3570900" cy="1541400"/>
          </a:xfrm>
          <a:prstGeom prst="rect">
            <a:avLst/>
          </a:prstGeom>
        </p:spPr>
        <p:txBody>
          <a:bodyPr spcFirstLastPara="1" wrap="square" lIns="91425" tIns="91425" rIns="91425" bIns="91425" anchor="b"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Line Graph">
  <p:cSld name="CUSTOM_5">
    <p:spTree>
      <p:nvGrpSpPr>
        <p:cNvPr id="1" name="Shape 270"/>
        <p:cNvGrpSpPr/>
        <p:nvPr/>
      </p:nvGrpSpPr>
      <p:grpSpPr>
        <a:xfrm>
          <a:off x="0" y="0"/>
          <a:ext cx="0" cy="0"/>
          <a:chOff x="0" y="0"/>
          <a:chExt cx="0" cy="0"/>
        </a:xfrm>
      </p:grpSpPr>
      <p:sp>
        <p:nvSpPr>
          <p:cNvPr id="271" name="Google Shape;271;p33"/>
          <p:cNvSpPr/>
          <p:nvPr/>
        </p:nvSpPr>
        <p:spPr>
          <a:xfrm rot="5400000">
            <a:off x="4391175" y="560850"/>
            <a:ext cx="321000" cy="8851800"/>
          </a:xfrm>
          <a:prstGeom prst="round2SameRect">
            <a:avLst>
              <a:gd name="adj1" fmla="val 50000"/>
              <a:gd name="adj2"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272" name="Google Shape;272;p33"/>
          <p:cNvSpPr txBox="1">
            <a:spLocks noGrp="1"/>
          </p:cNvSpPr>
          <p:nvPr>
            <p:ph type="subTitle" idx="1"/>
          </p:nvPr>
        </p:nvSpPr>
        <p:spPr>
          <a:xfrm>
            <a:off x="125700" y="125592"/>
            <a:ext cx="2140500" cy="405000"/>
          </a:xfrm>
          <a:prstGeom prst="rect">
            <a:avLst/>
          </a:prstGeom>
        </p:spPr>
        <p:txBody>
          <a:bodyPr spcFirstLastPara="1" wrap="square" lIns="91425" tIns="91425" rIns="91425" bIns="91425" anchor="t" anchorCtr="0">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273" name="Google Shape;273;p33"/>
          <p:cNvSpPr txBox="1">
            <a:spLocks noGrp="1"/>
          </p:cNvSpPr>
          <p:nvPr>
            <p:ph type="body" idx="2"/>
          </p:nvPr>
        </p:nvSpPr>
        <p:spPr>
          <a:xfrm>
            <a:off x="125600" y="530600"/>
            <a:ext cx="4782600" cy="1082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74" name="Google Shape;274;p33"/>
          <p:cNvSpPr txBox="1">
            <a:spLocks noGrp="1"/>
          </p:cNvSpPr>
          <p:nvPr>
            <p:ph type="title"/>
          </p:nvPr>
        </p:nvSpPr>
        <p:spPr>
          <a:xfrm>
            <a:off x="6355500" y="125600"/>
            <a:ext cx="2662800" cy="1389600"/>
          </a:xfrm>
          <a:prstGeom prst="rect">
            <a:avLst/>
          </a:prstGeom>
        </p:spPr>
        <p:txBody>
          <a:bodyPr spcFirstLastPara="1" wrap="square" lIns="91425" tIns="91425" rIns="91425" bIns="91425" anchor="t" anchorCtr="0">
            <a:noAutofit/>
          </a:bodyPr>
          <a:lstStyle>
            <a:lvl1pPr lvl="0" algn="r">
              <a:spcBef>
                <a:spcPts val="0"/>
              </a:spcBef>
              <a:spcAft>
                <a:spcPts val="0"/>
              </a:spcAft>
              <a:buSzPts val="7200"/>
              <a:buNone/>
              <a:defRPr sz="7200" b="1"/>
            </a:lvl1pPr>
            <a:lvl2pPr lvl="1" algn="r">
              <a:spcBef>
                <a:spcPts val="0"/>
              </a:spcBef>
              <a:spcAft>
                <a:spcPts val="0"/>
              </a:spcAft>
              <a:buSzPts val="7200"/>
              <a:buFont typeface="Libre Baskerville"/>
              <a:buNone/>
              <a:defRPr sz="7200" b="1"/>
            </a:lvl2pPr>
            <a:lvl3pPr lvl="2" algn="r">
              <a:spcBef>
                <a:spcPts val="0"/>
              </a:spcBef>
              <a:spcAft>
                <a:spcPts val="0"/>
              </a:spcAft>
              <a:buSzPts val="7200"/>
              <a:buFont typeface="Libre Baskerville"/>
              <a:buNone/>
              <a:defRPr sz="7200" b="1"/>
            </a:lvl3pPr>
            <a:lvl4pPr lvl="3" algn="r">
              <a:spcBef>
                <a:spcPts val="0"/>
              </a:spcBef>
              <a:spcAft>
                <a:spcPts val="0"/>
              </a:spcAft>
              <a:buSzPts val="7200"/>
              <a:buFont typeface="Libre Baskerville"/>
              <a:buNone/>
              <a:defRPr sz="7200" b="1"/>
            </a:lvl4pPr>
            <a:lvl5pPr lvl="4" algn="r">
              <a:spcBef>
                <a:spcPts val="0"/>
              </a:spcBef>
              <a:spcAft>
                <a:spcPts val="0"/>
              </a:spcAft>
              <a:buSzPts val="7200"/>
              <a:buFont typeface="Libre Baskerville"/>
              <a:buNone/>
              <a:defRPr sz="7200" b="1"/>
            </a:lvl5pPr>
            <a:lvl6pPr lvl="5" algn="r">
              <a:spcBef>
                <a:spcPts val="0"/>
              </a:spcBef>
              <a:spcAft>
                <a:spcPts val="0"/>
              </a:spcAft>
              <a:buSzPts val="7200"/>
              <a:buFont typeface="Libre Baskerville"/>
              <a:buNone/>
              <a:defRPr sz="7200" b="1"/>
            </a:lvl6pPr>
            <a:lvl7pPr lvl="6" algn="r">
              <a:spcBef>
                <a:spcPts val="0"/>
              </a:spcBef>
              <a:spcAft>
                <a:spcPts val="0"/>
              </a:spcAft>
              <a:buSzPts val="7200"/>
              <a:buFont typeface="Libre Baskerville"/>
              <a:buNone/>
              <a:defRPr sz="7200" b="1"/>
            </a:lvl7pPr>
            <a:lvl8pPr lvl="7" algn="r">
              <a:spcBef>
                <a:spcPts val="0"/>
              </a:spcBef>
              <a:spcAft>
                <a:spcPts val="0"/>
              </a:spcAft>
              <a:buSzPts val="7200"/>
              <a:buFont typeface="Libre Baskerville"/>
              <a:buNone/>
              <a:defRPr sz="7200" b="1"/>
            </a:lvl8pPr>
            <a:lvl9pPr lvl="8" algn="r">
              <a:spcBef>
                <a:spcPts val="0"/>
              </a:spcBef>
              <a:spcAft>
                <a:spcPts val="0"/>
              </a:spcAft>
              <a:buSzPts val="7200"/>
              <a:buFont typeface="Libre Baskerville"/>
              <a:buNone/>
              <a:defRPr sz="7200" b="1"/>
            </a:lvl9pPr>
          </a:lstStyle>
          <a:p>
            <a:endParaRPr/>
          </a:p>
        </p:txBody>
      </p:sp>
      <p:cxnSp>
        <p:nvCxnSpPr>
          <p:cNvPr id="275" name="Google Shape;275;p33"/>
          <p:cNvCxnSpPr/>
          <p:nvPr/>
        </p:nvCxnSpPr>
        <p:spPr>
          <a:xfrm>
            <a:off x="2762250" y="4827350"/>
            <a:ext cx="0" cy="316800"/>
          </a:xfrm>
          <a:prstGeom prst="straightConnector1">
            <a:avLst/>
          </a:prstGeom>
          <a:noFill/>
          <a:ln w="9525" cap="flat" cmpd="sng">
            <a:solidFill>
              <a:schemeClr val="dk1"/>
            </a:solidFill>
            <a:prstDash val="solid"/>
            <a:round/>
            <a:headEnd type="none" w="med" len="med"/>
            <a:tailEnd type="none" w="med" len="med"/>
          </a:ln>
        </p:spPr>
      </p:cxnSp>
      <p:sp>
        <p:nvSpPr>
          <p:cNvPr id="276" name="Google Shape;276;p33"/>
          <p:cNvSpPr txBox="1">
            <a:spLocks noGrp="1"/>
          </p:cNvSpPr>
          <p:nvPr>
            <p:ph type="subTitle" idx="3"/>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277" name="Google Shape;277;p33"/>
          <p:cNvSpPr txBox="1">
            <a:spLocks noGrp="1"/>
          </p:cNvSpPr>
          <p:nvPr>
            <p:ph type="subTitle" idx="4"/>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278" name="Google Shape;278;p33"/>
          <p:cNvSpPr/>
          <p:nvPr/>
        </p:nvSpPr>
        <p:spPr>
          <a:xfrm rot="5400000">
            <a:off x="8611250" y="4735800"/>
            <a:ext cx="321000" cy="494100"/>
          </a:xfrm>
          <a:prstGeom prst="round2SameRect">
            <a:avLst>
              <a:gd name="adj1" fmla="val 50000"/>
              <a:gd name="adj2"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79" name="Google Shape;279;p33"/>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Next Steps">
  <p:cSld name="CAPTION_ONLY">
    <p:bg>
      <p:bgPr>
        <a:solidFill>
          <a:schemeClr val="dk1"/>
        </a:solidFill>
        <a:effectLst/>
      </p:bgPr>
    </p:bg>
    <p:spTree>
      <p:nvGrpSpPr>
        <p:cNvPr id="1" name="Shape 280"/>
        <p:cNvGrpSpPr/>
        <p:nvPr/>
      </p:nvGrpSpPr>
      <p:grpSpPr>
        <a:xfrm>
          <a:off x="0" y="0"/>
          <a:ext cx="0" cy="0"/>
          <a:chOff x="0" y="0"/>
          <a:chExt cx="0" cy="0"/>
        </a:xfrm>
      </p:grpSpPr>
      <p:sp>
        <p:nvSpPr>
          <p:cNvPr id="281" name="Google Shape;281;p34"/>
          <p:cNvSpPr/>
          <p:nvPr/>
        </p:nvSpPr>
        <p:spPr>
          <a:xfrm>
            <a:off x="845375" y="0"/>
            <a:ext cx="5352900" cy="4829700"/>
          </a:xfrm>
          <a:prstGeom prst="roundRect">
            <a:avLst>
              <a:gd name="adj" fmla="val 11511"/>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03030"/>
              </a:solidFill>
            </a:endParaRPr>
          </a:p>
        </p:txBody>
      </p:sp>
      <p:sp>
        <p:nvSpPr>
          <p:cNvPr id="282" name="Google Shape;282;p34"/>
          <p:cNvSpPr/>
          <p:nvPr/>
        </p:nvSpPr>
        <p:spPr>
          <a:xfrm>
            <a:off x="0" y="0"/>
            <a:ext cx="2762400" cy="5143500"/>
          </a:xfrm>
          <a:prstGeom prst="roundRect">
            <a:avLst>
              <a:gd name="adj" fmla="val 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03030"/>
              </a:solidFill>
            </a:endParaRPr>
          </a:p>
        </p:txBody>
      </p:sp>
      <p:sp>
        <p:nvSpPr>
          <p:cNvPr id="283" name="Google Shape;283;p34"/>
          <p:cNvSpPr/>
          <p:nvPr/>
        </p:nvSpPr>
        <p:spPr>
          <a:xfrm rot="5400000">
            <a:off x="4391175" y="560850"/>
            <a:ext cx="321000" cy="8851800"/>
          </a:xfrm>
          <a:prstGeom prst="round2SameRect">
            <a:avLst>
              <a:gd name="adj1" fmla="val 50000"/>
              <a:gd name="adj2" fmla="val 50000"/>
            </a:avLst>
          </a:prstGeom>
          <a:solidFill>
            <a:schemeClr val="dk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284" name="Google Shape;284;p34"/>
          <p:cNvSpPr txBox="1">
            <a:spLocks noGrp="1"/>
          </p:cNvSpPr>
          <p:nvPr>
            <p:ph type="title"/>
          </p:nvPr>
        </p:nvSpPr>
        <p:spPr>
          <a:xfrm>
            <a:off x="125700" y="125600"/>
            <a:ext cx="2391300" cy="16851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atin typeface="Roboto"/>
                <a:ea typeface="Roboto"/>
                <a:cs typeface="Roboto"/>
                <a:sym typeface="Roboto"/>
              </a:defRPr>
            </a:lvl2pPr>
            <a:lvl3pPr lvl="2">
              <a:spcBef>
                <a:spcPts val="0"/>
              </a:spcBef>
              <a:spcAft>
                <a:spcPts val="0"/>
              </a:spcAft>
              <a:buSzPts val="1400"/>
              <a:buNone/>
              <a:defRPr>
                <a:latin typeface="Roboto"/>
                <a:ea typeface="Roboto"/>
                <a:cs typeface="Roboto"/>
                <a:sym typeface="Roboto"/>
              </a:defRPr>
            </a:lvl3pPr>
            <a:lvl4pPr lvl="3">
              <a:spcBef>
                <a:spcPts val="0"/>
              </a:spcBef>
              <a:spcAft>
                <a:spcPts val="0"/>
              </a:spcAft>
              <a:buSzPts val="1400"/>
              <a:buNone/>
              <a:defRPr>
                <a:latin typeface="Roboto"/>
                <a:ea typeface="Roboto"/>
                <a:cs typeface="Roboto"/>
                <a:sym typeface="Roboto"/>
              </a:defRPr>
            </a:lvl4pPr>
            <a:lvl5pPr lvl="4">
              <a:spcBef>
                <a:spcPts val="0"/>
              </a:spcBef>
              <a:spcAft>
                <a:spcPts val="0"/>
              </a:spcAft>
              <a:buSzPts val="1400"/>
              <a:buNone/>
              <a:defRPr>
                <a:latin typeface="Roboto"/>
                <a:ea typeface="Roboto"/>
                <a:cs typeface="Roboto"/>
                <a:sym typeface="Roboto"/>
              </a:defRPr>
            </a:lvl5pPr>
            <a:lvl6pPr lvl="5">
              <a:spcBef>
                <a:spcPts val="0"/>
              </a:spcBef>
              <a:spcAft>
                <a:spcPts val="0"/>
              </a:spcAft>
              <a:buSzPts val="1400"/>
              <a:buNone/>
              <a:defRPr>
                <a:latin typeface="Roboto"/>
                <a:ea typeface="Roboto"/>
                <a:cs typeface="Roboto"/>
                <a:sym typeface="Roboto"/>
              </a:defRPr>
            </a:lvl6pPr>
            <a:lvl7pPr lvl="6">
              <a:spcBef>
                <a:spcPts val="0"/>
              </a:spcBef>
              <a:spcAft>
                <a:spcPts val="0"/>
              </a:spcAft>
              <a:buSzPts val="1400"/>
              <a:buNone/>
              <a:defRPr>
                <a:latin typeface="Roboto"/>
                <a:ea typeface="Roboto"/>
                <a:cs typeface="Roboto"/>
                <a:sym typeface="Roboto"/>
              </a:defRPr>
            </a:lvl7pPr>
            <a:lvl8pPr lvl="7">
              <a:spcBef>
                <a:spcPts val="0"/>
              </a:spcBef>
              <a:spcAft>
                <a:spcPts val="0"/>
              </a:spcAft>
              <a:buSzPts val="1400"/>
              <a:buNone/>
              <a:defRPr>
                <a:latin typeface="Roboto"/>
                <a:ea typeface="Roboto"/>
                <a:cs typeface="Roboto"/>
                <a:sym typeface="Roboto"/>
              </a:defRPr>
            </a:lvl8pPr>
            <a:lvl9pPr lvl="8">
              <a:spcBef>
                <a:spcPts val="0"/>
              </a:spcBef>
              <a:spcAft>
                <a:spcPts val="0"/>
              </a:spcAft>
              <a:buSzPts val="1400"/>
              <a:buNone/>
              <a:defRPr>
                <a:latin typeface="Roboto"/>
                <a:ea typeface="Roboto"/>
                <a:cs typeface="Roboto"/>
                <a:sym typeface="Roboto"/>
              </a:defRPr>
            </a:lvl9pPr>
          </a:lstStyle>
          <a:p>
            <a:endParaRPr/>
          </a:p>
        </p:txBody>
      </p:sp>
      <p:sp>
        <p:nvSpPr>
          <p:cNvPr id="285" name="Google Shape;285;p34"/>
          <p:cNvSpPr txBox="1">
            <a:spLocks noGrp="1"/>
          </p:cNvSpPr>
          <p:nvPr>
            <p:ph type="subTitle" idx="1"/>
          </p:nvPr>
        </p:nvSpPr>
        <p:spPr>
          <a:xfrm>
            <a:off x="2963075" y="132492"/>
            <a:ext cx="2140500" cy="405000"/>
          </a:xfrm>
          <a:prstGeom prst="rect">
            <a:avLst/>
          </a:prstGeom>
        </p:spPr>
        <p:txBody>
          <a:bodyPr spcFirstLastPara="1" wrap="square" lIns="91425" tIns="91425" rIns="91425" bIns="91425" anchor="t" anchorCtr="0">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286" name="Google Shape;286;p34"/>
          <p:cNvSpPr txBox="1">
            <a:spLocks noGrp="1"/>
          </p:cNvSpPr>
          <p:nvPr>
            <p:ph type="subTitle" idx="2"/>
          </p:nvPr>
        </p:nvSpPr>
        <p:spPr>
          <a:xfrm>
            <a:off x="6502400" y="125600"/>
            <a:ext cx="2140500" cy="405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000"/>
              <a:buNone/>
              <a:defRPr>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a:endParaRPr/>
          </a:p>
        </p:txBody>
      </p:sp>
      <p:sp>
        <p:nvSpPr>
          <p:cNvPr id="287" name="Google Shape;287;p34"/>
          <p:cNvSpPr txBox="1">
            <a:spLocks noGrp="1"/>
          </p:cNvSpPr>
          <p:nvPr>
            <p:ph type="body" idx="3"/>
          </p:nvPr>
        </p:nvSpPr>
        <p:spPr>
          <a:xfrm>
            <a:off x="2963075" y="773325"/>
            <a:ext cx="2742300" cy="2574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88" name="Google Shape;288;p34"/>
          <p:cNvSpPr txBox="1">
            <a:spLocks noGrp="1"/>
          </p:cNvSpPr>
          <p:nvPr>
            <p:ph type="body" idx="4"/>
          </p:nvPr>
        </p:nvSpPr>
        <p:spPr>
          <a:xfrm>
            <a:off x="6502400" y="773325"/>
            <a:ext cx="2515800" cy="2574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chemeClr val="lt1"/>
              </a:buClr>
              <a:buSzPts val="14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cxnSp>
        <p:nvCxnSpPr>
          <p:cNvPr id="289" name="Google Shape;289;p34"/>
          <p:cNvCxnSpPr/>
          <p:nvPr/>
        </p:nvCxnSpPr>
        <p:spPr>
          <a:xfrm>
            <a:off x="2762250" y="4827750"/>
            <a:ext cx="0" cy="316500"/>
          </a:xfrm>
          <a:prstGeom prst="straightConnector1">
            <a:avLst/>
          </a:prstGeom>
          <a:noFill/>
          <a:ln w="9525" cap="flat" cmpd="sng">
            <a:solidFill>
              <a:schemeClr val="lt1"/>
            </a:solidFill>
            <a:prstDash val="solid"/>
            <a:round/>
            <a:headEnd type="none" w="med" len="med"/>
            <a:tailEnd type="none" w="med" len="med"/>
          </a:ln>
        </p:spPr>
      </p:cxnSp>
      <p:sp>
        <p:nvSpPr>
          <p:cNvPr id="290" name="Google Shape;290;p34"/>
          <p:cNvSpPr txBox="1">
            <a:spLocks noGrp="1"/>
          </p:cNvSpPr>
          <p:nvPr>
            <p:ph type="subTitle" idx="5"/>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a:endParaRPr/>
          </a:p>
        </p:txBody>
      </p:sp>
      <p:sp>
        <p:nvSpPr>
          <p:cNvPr id="291" name="Google Shape;291;p34"/>
          <p:cNvSpPr txBox="1">
            <a:spLocks noGrp="1"/>
          </p:cNvSpPr>
          <p:nvPr>
            <p:ph type="subTitle" idx="6"/>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800"/>
              <a:buNone/>
              <a:defRPr sz="800">
                <a:solidFill>
                  <a:schemeClr val="lt1"/>
                </a:solidFill>
              </a:defRPr>
            </a:lvl1pPr>
            <a:lvl2pPr lvl="1" algn="ctr">
              <a:spcBef>
                <a:spcPts val="0"/>
              </a:spcBef>
              <a:spcAft>
                <a:spcPts val="0"/>
              </a:spcAft>
              <a:buClr>
                <a:schemeClr val="lt1"/>
              </a:buClr>
              <a:buSzPts val="1000"/>
              <a:buNone/>
              <a:defRPr>
                <a:solidFill>
                  <a:schemeClr val="lt1"/>
                </a:solidFill>
              </a:defRPr>
            </a:lvl2pPr>
            <a:lvl3pPr lvl="2" algn="ctr">
              <a:spcBef>
                <a:spcPts val="0"/>
              </a:spcBef>
              <a:spcAft>
                <a:spcPts val="0"/>
              </a:spcAft>
              <a:buClr>
                <a:schemeClr val="lt1"/>
              </a:buClr>
              <a:buSzPts val="1000"/>
              <a:buNone/>
              <a:defRPr>
                <a:solidFill>
                  <a:schemeClr val="lt1"/>
                </a:solidFill>
              </a:defRPr>
            </a:lvl3pPr>
            <a:lvl4pPr lvl="3" algn="ctr">
              <a:spcBef>
                <a:spcPts val="0"/>
              </a:spcBef>
              <a:spcAft>
                <a:spcPts val="0"/>
              </a:spcAft>
              <a:buClr>
                <a:schemeClr val="lt1"/>
              </a:buClr>
              <a:buSzPts val="1000"/>
              <a:buNone/>
              <a:defRPr>
                <a:solidFill>
                  <a:schemeClr val="lt1"/>
                </a:solidFill>
              </a:defRPr>
            </a:lvl4pPr>
            <a:lvl5pPr lvl="4" algn="ctr">
              <a:spcBef>
                <a:spcPts val="0"/>
              </a:spcBef>
              <a:spcAft>
                <a:spcPts val="0"/>
              </a:spcAft>
              <a:buClr>
                <a:schemeClr val="lt1"/>
              </a:buClr>
              <a:buSzPts val="1000"/>
              <a:buNone/>
              <a:defRPr>
                <a:solidFill>
                  <a:schemeClr val="lt1"/>
                </a:solidFill>
              </a:defRPr>
            </a:lvl5pPr>
            <a:lvl6pPr lvl="5" algn="ctr">
              <a:spcBef>
                <a:spcPts val="0"/>
              </a:spcBef>
              <a:spcAft>
                <a:spcPts val="0"/>
              </a:spcAft>
              <a:buClr>
                <a:schemeClr val="lt1"/>
              </a:buClr>
              <a:buSzPts val="1000"/>
              <a:buNone/>
              <a:defRPr>
                <a:solidFill>
                  <a:schemeClr val="lt1"/>
                </a:solidFill>
              </a:defRPr>
            </a:lvl6pPr>
            <a:lvl7pPr lvl="6" algn="ctr">
              <a:spcBef>
                <a:spcPts val="0"/>
              </a:spcBef>
              <a:spcAft>
                <a:spcPts val="0"/>
              </a:spcAft>
              <a:buClr>
                <a:schemeClr val="lt1"/>
              </a:buClr>
              <a:buSzPts val="1000"/>
              <a:buNone/>
              <a:defRPr>
                <a:solidFill>
                  <a:schemeClr val="lt1"/>
                </a:solidFill>
              </a:defRPr>
            </a:lvl7pPr>
            <a:lvl8pPr lvl="7" algn="ctr">
              <a:spcBef>
                <a:spcPts val="0"/>
              </a:spcBef>
              <a:spcAft>
                <a:spcPts val="0"/>
              </a:spcAft>
              <a:buClr>
                <a:schemeClr val="lt1"/>
              </a:buClr>
              <a:buSzPts val="1000"/>
              <a:buNone/>
              <a:defRPr>
                <a:solidFill>
                  <a:schemeClr val="lt1"/>
                </a:solidFill>
              </a:defRPr>
            </a:lvl8pPr>
            <a:lvl9pPr lvl="8" algn="ctr">
              <a:spcBef>
                <a:spcPts val="0"/>
              </a:spcBef>
              <a:spcAft>
                <a:spcPts val="0"/>
              </a:spcAft>
              <a:buClr>
                <a:schemeClr val="lt1"/>
              </a:buClr>
              <a:buSzPts val="1000"/>
              <a:buNone/>
              <a:defRPr>
                <a:solidFill>
                  <a:schemeClr val="lt1"/>
                </a:solidFill>
              </a:defRPr>
            </a:lvl9pPr>
          </a:lstStyle>
          <a:p>
            <a:endParaRPr/>
          </a:p>
        </p:txBody>
      </p:sp>
      <p:sp>
        <p:nvSpPr>
          <p:cNvPr id="292" name="Google Shape;292;p34"/>
          <p:cNvSpPr/>
          <p:nvPr/>
        </p:nvSpPr>
        <p:spPr>
          <a:xfrm rot="5400000">
            <a:off x="8611250" y="4735800"/>
            <a:ext cx="321000" cy="494100"/>
          </a:xfrm>
          <a:prstGeom prst="round2SameRect">
            <a:avLst>
              <a:gd name="adj1" fmla="val 50000"/>
              <a:gd name="adj2" fmla="val 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93" name="Google Shape;293;p34"/>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Project &amp; Photo">
  <p:cSld name="CUSTOM_3">
    <p:bg>
      <p:bgPr>
        <a:solidFill>
          <a:schemeClr val="dk1"/>
        </a:solidFill>
        <a:effectLst/>
      </p:bgPr>
    </p:bg>
    <p:spTree>
      <p:nvGrpSpPr>
        <p:cNvPr id="1" name="Shape 294"/>
        <p:cNvGrpSpPr/>
        <p:nvPr/>
      </p:nvGrpSpPr>
      <p:grpSpPr>
        <a:xfrm>
          <a:off x="0" y="0"/>
          <a:ext cx="0" cy="0"/>
          <a:chOff x="0" y="0"/>
          <a:chExt cx="0" cy="0"/>
        </a:xfrm>
      </p:grpSpPr>
      <p:sp>
        <p:nvSpPr>
          <p:cNvPr id="295" name="Google Shape;295;p35"/>
          <p:cNvSpPr/>
          <p:nvPr/>
        </p:nvSpPr>
        <p:spPr>
          <a:xfrm rot="5400000">
            <a:off x="4391175" y="560850"/>
            <a:ext cx="321000" cy="8851800"/>
          </a:xfrm>
          <a:prstGeom prst="round2SameRect">
            <a:avLst>
              <a:gd name="adj1" fmla="val 50000"/>
              <a:gd name="adj2" fmla="val 5000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296" name="Google Shape;296;p35"/>
          <p:cNvSpPr txBox="1">
            <a:spLocks noGrp="1"/>
          </p:cNvSpPr>
          <p:nvPr>
            <p:ph type="title"/>
          </p:nvPr>
        </p:nvSpPr>
        <p:spPr>
          <a:xfrm>
            <a:off x="125700" y="125600"/>
            <a:ext cx="4580100" cy="1685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5600"/>
              <a:buNone/>
              <a:defRPr>
                <a:solidFill>
                  <a:schemeClr val="lt1"/>
                </a:solidFill>
              </a:defRPr>
            </a:lvl1pPr>
            <a:lvl2pPr lvl="1">
              <a:spcBef>
                <a:spcPts val="0"/>
              </a:spcBef>
              <a:spcAft>
                <a:spcPts val="0"/>
              </a:spcAft>
              <a:buClr>
                <a:schemeClr val="lt1"/>
              </a:buClr>
              <a:buSzPts val="1400"/>
              <a:buNone/>
              <a:defRPr>
                <a:solidFill>
                  <a:schemeClr val="lt1"/>
                </a:solidFill>
                <a:latin typeface="Roboto"/>
                <a:ea typeface="Roboto"/>
                <a:cs typeface="Roboto"/>
                <a:sym typeface="Roboto"/>
              </a:defRPr>
            </a:lvl2pPr>
            <a:lvl3pPr lvl="2">
              <a:spcBef>
                <a:spcPts val="0"/>
              </a:spcBef>
              <a:spcAft>
                <a:spcPts val="0"/>
              </a:spcAft>
              <a:buClr>
                <a:schemeClr val="lt1"/>
              </a:buClr>
              <a:buSzPts val="1400"/>
              <a:buNone/>
              <a:defRPr>
                <a:solidFill>
                  <a:schemeClr val="lt1"/>
                </a:solidFill>
                <a:latin typeface="Roboto"/>
                <a:ea typeface="Roboto"/>
                <a:cs typeface="Roboto"/>
                <a:sym typeface="Roboto"/>
              </a:defRPr>
            </a:lvl3pPr>
            <a:lvl4pPr lvl="3">
              <a:spcBef>
                <a:spcPts val="0"/>
              </a:spcBef>
              <a:spcAft>
                <a:spcPts val="0"/>
              </a:spcAft>
              <a:buClr>
                <a:schemeClr val="lt1"/>
              </a:buClr>
              <a:buSzPts val="1400"/>
              <a:buNone/>
              <a:defRPr>
                <a:solidFill>
                  <a:schemeClr val="lt1"/>
                </a:solidFill>
                <a:latin typeface="Roboto"/>
                <a:ea typeface="Roboto"/>
                <a:cs typeface="Roboto"/>
                <a:sym typeface="Roboto"/>
              </a:defRPr>
            </a:lvl4pPr>
            <a:lvl5pPr lvl="4">
              <a:spcBef>
                <a:spcPts val="0"/>
              </a:spcBef>
              <a:spcAft>
                <a:spcPts val="0"/>
              </a:spcAft>
              <a:buClr>
                <a:schemeClr val="lt1"/>
              </a:buClr>
              <a:buSzPts val="1400"/>
              <a:buNone/>
              <a:defRPr>
                <a:solidFill>
                  <a:schemeClr val="lt1"/>
                </a:solidFill>
                <a:latin typeface="Roboto"/>
                <a:ea typeface="Roboto"/>
                <a:cs typeface="Roboto"/>
                <a:sym typeface="Roboto"/>
              </a:defRPr>
            </a:lvl5pPr>
            <a:lvl6pPr lvl="5">
              <a:spcBef>
                <a:spcPts val="0"/>
              </a:spcBef>
              <a:spcAft>
                <a:spcPts val="0"/>
              </a:spcAft>
              <a:buClr>
                <a:schemeClr val="lt1"/>
              </a:buClr>
              <a:buSzPts val="1400"/>
              <a:buNone/>
              <a:defRPr>
                <a:solidFill>
                  <a:schemeClr val="lt1"/>
                </a:solidFill>
                <a:latin typeface="Roboto"/>
                <a:ea typeface="Roboto"/>
                <a:cs typeface="Roboto"/>
                <a:sym typeface="Roboto"/>
              </a:defRPr>
            </a:lvl6pPr>
            <a:lvl7pPr lvl="6">
              <a:spcBef>
                <a:spcPts val="0"/>
              </a:spcBef>
              <a:spcAft>
                <a:spcPts val="0"/>
              </a:spcAft>
              <a:buClr>
                <a:schemeClr val="lt1"/>
              </a:buClr>
              <a:buSzPts val="1400"/>
              <a:buNone/>
              <a:defRPr>
                <a:solidFill>
                  <a:schemeClr val="lt1"/>
                </a:solidFill>
                <a:latin typeface="Roboto"/>
                <a:ea typeface="Roboto"/>
                <a:cs typeface="Roboto"/>
                <a:sym typeface="Roboto"/>
              </a:defRPr>
            </a:lvl7pPr>
            <a:lvl8pPr lvl="7">
              <a:spcBef>
                <a:spcPts val="0"/>
              </a:spcBef>
              <a:spcAft>
                <a:spcPts val="0"/>
              </a:spcAft>
              <a:buClr>
                <a:schemeClr val="lt1"/>
              </a:buClr>
              <a:buSzPts val="1400"/>
              <a:buNone/>
              <a:defRPr>
                <a:solidFill>
                  <a:schemeClr val="lt1"/>
                </a:solidFill>
                <a:latin typeface="Roboto"/>
                <a:ea typeface="Roboto"/>
                <a:cs typeface="Roboto"/>
                <a:sym typeface="Roboto"/>
              </a:defRPr>
            </a:lvl8pPr>
            <a:lvl9pPr lvl="8">
              <a:spcBef>
                <a:spcPts val="0"/>
              </a:spcBef>
              <a:spcAft>
                <a:spcPts val="0"/>
              </a:spcAft>
              <a:buClr>
                <a:schemeClr val="lt1"/>
              </a:buClr>
              <a:buSzPts val="1400"/>
              <a:buNone/>
              <a:defRPr>
                <a:solidFill>
                  <a:schemeClr val="lt1"/>
                </a:solidFill>
                <a:latin typeface="Roboto"/>
                <a:ea typeface="Roboto"/>
                <a:cs typeface="Roboto"/>
                <a:sym typeface="Roboto"/>
              </a:defRPr>
            </a:lvl9pPr>
          </a:lstStyle>
          <a:p>
            <a:endParaRPr/>
          </a:p>
        </p:txBody>
      </p:sp>
      <p:sp>
        <p:nvSpPr>
          <p:cNvPr id="297" name="Google Shape;297;p35"/>
          <p:cNvSpPr/>
          <p:nvPr/>
        </p:nvSpPr>
        <p:spPr>
          <a:xfrm>
            <a:off x="125700" y="2379075"/>
            <a:ext cx="4782600" cy="23223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98" name="Google Shape;298;p35"/>
          <p:cNvSpPr>
            <a:spLocks noGrp="1"/>
          </p:cNvSpPr>
          <p:nvPr>
            <p:ph type="pic" idx="2"/>
          </p:nvPr>
        </p:nvSpPr>
        <p:spPr>
          <a:xfrm>
            <a:off x="5033900" y="125600"/>
            <a:ext cx="3984300" cy="4575900"/>
          </a:xfrm>
          <a:prstGeom prst="roundRect">
            <a:avLst>
              <a:gd name="adj" fmla="val 16667"/>
            </a:avLst>
          </a:prstGeom>
          <a:noFill/>
          <a:ln>
            <a:noFill/>
          </a:ln>
        </p:spPr>
      </p:sp>
      <p:sp>
        <p:nvSpPr>
          <p:cNvPr id="299" name="Google Shape;299;p35"/>
          <p:cNvSpPr txBox="1">
            <a:spLocks noGrp="1"/>
          </p:cNvSpPr>
          <p:nvPr>
            <p:ph type="subTitle" idx="1"/>
          </p:nvPr>
        </p:nvSpPr>
        <p:spPr>
          <a:xfrm>
            <a:off x="251400" y="2512475"/>
            <a:ext cx="2140500" cy="405000"/>
          </a:xfrm>
          <a:prstGeom prst="rect">
            <a:avLst/>
          </a:prstGeom>
        </p:spPr>
        <p:txBody>
          <a:bodyPr spcFirstLastPara="1" wrap="square" lIns="91425" tIns="91425" rIns="91425" bIns="91425" anchor="t" anchorCtr="0">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300" name="Google Shape;300;p35"/>
          <p:cNvSpPr txBox="1">
            <a:spLocks noGrp="1"/>
          </p:cNvSpPr>
          <p:nvPr>
            <p:ph type="body" idx="3"/>
          </p:nvPr>
        </p:nvSpPr>
        <p:spPr>
          <a:xfrm>
            <a:off x="251400" y="3003175"/>
            <a:ext cx="4454400" cy="152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cxnSp>
        <p:nvCxnSpPr>
          <p:cNvPr id="301" name="Google Shape;301;p35"/>
          <p:cNvCxnSpPr/>
          <p:nvPr/>
        </p:nvCxnSpPr>
        <p:spPr>
          <a:xfrm>
            <a:off x="2762250" y="4827750"/>
            <a:ext cx="0" cy="316500"/>
          </a:xfrm>
          <a:prstGeom prst="straightConnector1">
            <a:avLst/>
          </a:prstGeom>
          <a:noFill/>
          <a:ln w="9525" cap="flat" cmpd="sng">
            <a:solidFill>
              <a:schemeClr val="lt1"/>
            </a:solidFill>
            <a:prstDash val="solid"/>
            <a:round/>
            <a:headEnd type="none" w="med" len="med"/>
            <a:tailEnd type="none" w="med" len="med"/>
          </a:ln>
        </p:spPr>
      </p:cxnSp>
      <p:sp>
        <p:nvSpPr>
          <p:cNvPr id="302" name="Google Shape;302;p35"/>
          <p:cNvSpPr txBox="1">
            <a:spLocks noGrp="1"/>
          </p:cNvSpPr>
          <p:nvPr>
            <p:ph type="subTitle" idx="4"/>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a:endParaRPr/>
          </a:p>
        </p:txBody>
      </p:sp>
      <p:sp>
        <p:nvSpPr>
          <p:cNvPr id="303" name="Google Shape;303;p35"/>
          <p:cNvSpPr txBox="1">
            <a:spLocks noGrp="1"/>
          </p:cNvSpPr>
          <p:nvPr>
            <p:ph type="subTitle" idx="5"/>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800"/>
              <a:buNone/>
              <a:defRPr sz="800">
                <a:solidFill>
                  <a:schemeClr val="lt1"/>
                </a:solidFill>
              </a:defRPr>
            </a:lvl1pPr>
            <a:lvl2pPr lvl="1" algn="ctr">
              <a:spcBef>
                <a:spcPts val="0"/>
              </a:spcBef>
              <a:spcAft>
                <a:spcPts val="0"/>
              </a:spcAft>
              <a:buClr>
                <a:schemeClr val="lt1"/>
              </a:buClr>
              <a:buSzPts val="1000"/>
              <a:buNone/>
              <a:defRPr>
                <a:solidFill>
                  <a:schemeClr val="lt1"/>
                </a:solidFill>
              </a:defRPr>
            </a:lvl2pPr>
            <a:lvl3pPr lvl="2" algn="ctr">
              <a:spcBef>
                <a:spcPts val="0"/>
              </a:spcBef>
              <a:spcAft>
                <a:spcPts val="0"/>
              </a:spcAft>
              <a:buClr>
                <a:schemeClr val="lt1"/>
              </a:buClr>
              <a:buSzPts val="1000"/>
              <a:buNone/>
              <a:defRPr>
                <a:solidFill>
                  <a:schemeClr val="lt1"/>
                </a:solidFill>
              </a:defRPr>
            </a:lvl3pPr>
            <a:lvl4pPr lvl="3" algn="ctr">
              <a:spcBef>
                <a:spcPts val="0"/>
              </a:spcBef>
              <a:spcAft>
                <a:spcPts val="0"/>
              </a:spcAft>
              <a:buClr>
                <a:schemeClr val="lt1"/>
              </a:buClr>
              <a:buSzPts val="1000"/>
              <a:buNone/>
              <a:defRPr>
                <a:solidFill>
                  <a:schemeClr val="lt1"/>
                </a:solidFill>
              </a:defRPr>
            </a:lvl4pPr>
            <a:lvl5pPr lvl="4" algn="ctr">
              <a:spcBef>
                <a:spcPts val="0"/>
              </a:spcBef>
              <a:spcAft>
                <a:spcPts val="0"/>
              </a:spcAft>
              <a:buClr>
                <a:schemeClr val="lt1"/>
              </a:buClr>
              <a:buSzPts val="1000"/>
              <a:buNone/>
              <a:defRPr>
                <a:solidFill>
                  <a:schemeClr val="lt1"/>
                </a:solidFill>
              </a:defRPr>
            </a:lvl5pPr>
            <a:lvl6pPr lvl="5" algn="ctr">
              <a:spcBef>
                <a:spcPts val="0"/>
              </a:spcBef>
              <a:spcAft>
                <a:spcPts val="0"/>
              </a:spcAft>
              <a:buClr>
                <a:schemeClr val="lt1"/>
              </a:buClr>
              <a:buSzPts val="1000"/>
              <a:buNone/>
              <a:defRPr>
                <a:solidFill>
                  <a:schemeClr val="lt1"/>
                </a:solidFill>
              </a:defRPr>
            </a:lvl6pPr>
            <a:lvl7pPr lvl="6" algn="ctr">
              <a:spcBef>
                <a:spcPts val="0"/>
              </a:spcBef>
              <a:spcAft>
                <a:spcPts val="0"/>
              </a:spcAft>
              <a:buClr>
                <a:schemeClr val="lt1"/>
              </a:buClr>
              <a:buSzPts val="1000"/>
              <a:buNone/>
              <a:defRPr>
                <a:solidFill>
                  <a:schemeClr val="lt1"/>
                </a:solidFill>
              </a:defRPr>
            </a:lvl7pPr>
            <a:lvl8pPr lvl="7" algn="ctr">
              <a:spcBef>
                <a:spcPts val="0"/>
              </a:spcBef>
              <a:spcAft>
                <a:spcPts val="0"/>
              </a:spcAft>
              <a:buClr>
                <a:schemeClr val="lt1"/>
              </a:buClr>
              <a:buSzPts val="1000"/>
              <a:buNone/>
              <a:defRPr>
                <a:solidFill>
                  <a:schemeClr val="lt1"/>
                </a:solidFill>
              </a:defRPr>
            </a:lvl8pPr>
            <a:lvl9pPr lvl="8" algn="ctr">
              <a:spcBef>
                <a:spcPts val="0"/>
              </a:spcBef>
              <a:spcAft>
                <a:spcPts val="0"/>
              </a:spcAft>
              <a:buClr>
                <a:schemeClr val="lt1"/>
              </a:buClr>
              <a:buSzPts val="1000"/>
              <a:buNone/>
              <a:defRPr>
                <a:solidFill>
                  <a:schemeClr val="lt1"/>
                </a:solidFill>
              </a:defRPr>
            </a:lvl9pPr>
          </a:lstStyle>
          <a:p>
            <a:endParaRPr/>
          </a:p>
        </p:txBody>
      </p:sp>
      <p:sp>
        <p:nvSpPr>
          <p:cNvPr id="304" name="Google Shape;304;p35"/>
          <p:cNvSpPr/>
          <p:nvPr/>
        </p:nvSpPr>
        <p:spPr>
          <a:xfrm rot="5400000">
            <a:off x="8611250" y="4735800"/>
            <a:ext cx="321000" cy="494100"/>
          </a:xfrm>
          <a:prstGeom prst="round2SameRect">
            <a:avLst>
              <a:gd name="adj1" fmla="val 50000"/>
              <a:gd name="adj2" fmla="val 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05" name="Google Shape;305;p35"/>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Project &amp; Photo">
  <p:cSld name="CUSTOM_3_1">
    <p:bg>
      <p:bgPr>
        <a:solidFill>
          <a:schemeClr val="lt1"/>
        </a:solidFill>
        <a:effectLst/>
      </p:bgPr>
    </p:bg>
    <p:spTree>
      <p:nvGrpSpPr>
        <p:cNvPr id="1" name="Shape 306"/>
        <p:cNvGrpSpPr/>
        <p:nvPr/>
      </p:nvGrpSpPr>
      <p:grpSpPr>
        <a:xfrm>
          <a:off x="0" y="0"/>
          <a:ext cx="0" cy="0"/>
          <a:chOff x="0" y="0"/>
          <a:chExt cx="0" cy="0"/>
        </a:xfrm>
      </p:grpSpPr>
      <p:sp>
        <p:nvSpPr>
          <p:cNvPr id="307" name="Google Shape;307;p36"/>
          <p:cNvSpPr/>
          <p:nvPr/>
        </p:nvSpPr>
        <p:spPr>
          <a:xfrm rot="5400000">
            <a:off x="4391175" y="560850"/>
            <a:ext cx="321000" cy="8851800"/>
          </a:xfrm>
          <a:prstGeom prst="round2SameRect">
            <a:avLst>
              <a:gd name="adj1" fmla="val 50000"/>
              <a:gd name="adj2"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308" name="Google Shape;308;p36"/>
          <p:cNvSpPr txBox="1">
            <a:spLocks noGrp="1"/>
          </p:cNvSpPr>
          <p:nvPr>
            <p:ph type="title"/>
          </p:nvPr>
        </p:nvSpPr>
        <p:spPr>
          <a:xfrm>
            <a:off x="125700" y="125600"/>
            <a:ext cx="4580100" cy="16851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Clr>
                <a:schemeClr val="dk1"/>
              </a:buClr>
              <a:buSzPts val="1400"/>
              <a:buNone/>
              <a:defRPr>
                <a:solidFill>
                  <a:schemeClr val="dk1"/>
                </a:solidFill>
                <a:latin typeface="Roboto"/>
                <a:ea typeface="Roboto"/>
                <a:cs typeface="Roboto"/>
                <a:sym typeface="Roboto"/>
              </a:defRPr>
            </a:lvl2pPr>
            <a:lvl3pPr lvl="2">
              <a:spcBef>
                <a:spcPts val="0"/>
              </a:spcBef>
              <a:spcAft>
                <a:spcPts val="0"/>
              </a:spcAft>
              <a:buClr>
                <a:schemeClr val="dk1"/>
              </a:buClr>
              <a:buSzPts val="1400"/>
              <a:buNone/>
              <a:defRPr>
                <a:solidFill>
                  <a:schemeClr val="dk1"/>
                </a:solidFill>
                <a:latin typeface="Roboto"/>
                <a:ea typeface="Roboto"/>
                <a:cs typeface="Roboto"/>
                <a:sym typeface="Roboto"/>
              </a:defRPr>
            </a:lvl3pPr>
            <a:lvl4pPr lvl="3">
              <a:spcBef>
                <a:spcPts val="0"/>
              </a:spcBef>
              <a:spcAft>
                <a:spcPts val="0"/>
              </a:spcAft>
              <a:buClr>
                <a:schemeClr val="dk1"/>
              </a:buClr>
              <a:buSzPts val="1400"/>
              <a:buNone/>
              <a:defRPr>
                <a:solidFill>
                  <a:schemeClr val="dk1"/>
                </a:solidFill>
                <a:latin typeface="Roboto"/>
                <a:ea typeface="Roboto"/>
                <a:cs typeface="Roboto"/>
                <a:sym typeface="Roboto"/>
              </a:defRPr>
            </a:lvl4pPr>
            <a:lvl5pPr lvl="4">
              <a:spcBef>
                <a:spcPts val="0"/>
              </a:spcBef>
              <a:spcAft>
                <a:spcPts val="0"/>
              </a:spcAft>
              <a:buClr>
                <a:schemeClr val="dk1"/>
              </a:buClr>
              <a:buSzPts val="1400"/>
              <a:buNone/>
              <a:defRPr>
                <a:solidFill>
                  <a:schemeClr val="dk1"/>
                </a:solidFill>
                <a:latin typeface="Roboto"/>
                <a:ea typeface="Roboto"/>
                <a:cs typeface="Roboto"/>
                <a:sym typeface="Roboto"/>
              </a:defRPr>
            </a:lvl5pPr>
            <a:lvl6pPr lvl="5">
              <a:spcBef>
                <a:spcPts val="0"/>
              </a:spcBef>
              <a:spcAft>
                <a:spcPts val="0"/>
              </a:spcAft>
              <a:buClr>
                <a:schemeClr val="dk1"/>
              </a:buClr>
              <a:buSzPts val="1400"/>
              <a:buNone/>
              <a:defRPr>
                <a:solidFill>
                  <a:schemeClr val="dk1"/>
                </a:solidFill>
                <a:latin typeface="Roboto"/>
                <a:ea typeface="Roboto"/>
                <a:cs typeface="Roboto"/>
                <a:sym typeface="Roboto"/>
              </a:defRPr>
            </a:lvl6pPr>
            <a:lvl7pPr lvl="6">
              <a:spcBef>
                <a:spcPts val="0"/>
              </a:spcBef>
              <a:spcAft>
                <a:spcPts val="0"/>
              </a:spcAft>
              <a:buClr>
                <a:schemeClr val="dk1"/>
              </a:buClr>
              <a:buSzPts val="1400"/>
              <a:buNone/>
              <a:defRPr>
                <a:solidFill>
                  <a:schemeClr val="dk1"/>
                </a:solidFill>
                <a:latin typeface="Roboto"/>
                <a:ea typeface="Roboto"/>
                <a:cs typeface="Roboto"/>
                <a:sym typeface="Roboto"/>
              </a:defRPr>
            </a:lvl7pPr>
            <a:lvl8pPr lvl="7">
              <a:spcBef>
                <a:spcPts val="0"/>
              </a:spcBef>
              <a:spcAft>
                <a:spcPts val="0"/>
              </a:spcAft>
              <a:buClr>
                <a:schemeClr val="dk1"/>
              </a:buClr>
              <a:buSzPts val="1400"/>
              <a:buNone/>
              <a:defRPr>
                <a:solidFill>
                  <a:schemeClr val="dk1"/>
                </a:solidFill>
                <a:latin typeface="Roboto"/>
                <a:ea typeface="Roboto"/>
                <a:cs typeface="Roboto"/>
                <a:sym typeface="Roboto"/>
              </a:defRPr>
            </a:lvl8pPr>
            <a:lvl9pPr lvl="8">
              <a:spcBef>
                <a:spcPts val="0"/>
              </a:spcBef>
              <a:spcAft>
                <a:spcPts val="0"/>
              </a:spcAft>
              <a:buClr>
                <a:schemeClr val="dk1"/>
              </a:buClr>
              <a:buSzPts val="1400"/>
              <a:buNone/>
              <a:defRPr>
                <a:solidFill>
                  <a:schemeClr val="dk1"/>
                </a:solidFill>
                <a:latin typeface="Roboto"/>
                <a:ea typeface="Roboto"/>
                <a:cs typeface="Roboto"/>
                <a:sym typeface="Roboto"/>
              </a:defRPr>
            </a:lvl9pPr>
          </a:lstStyle>
          <a:p>
            <a:endParaRPr/>
          </a:p>
        </p:txBody>
      </p:sp>
      <p:sp>
        <p:nvSpPr>
          <p:cNvPr id="309" name="Google Shape;309;p36"/>
          <p:cNvSpPr>
            <a:spLocks noGrp="1"/>
          </p:cNvSpPr>
          <p:nvPr>
            <p:ph type="pic" idx="2"/>
          </p:nvPr>
        </p:nvSpPr>
        <p:spPr>
          <a:xfrm>
            <a:off x="5033900" y="125600"/>
            <a:ext cx="3984300" cy="4575900"/>
          </a:xfrm>
          <a:prstGeom prst="roundRect">
            <a:avLst>
              <a:gd name="adj" fmla="val 16667"/>
            </a:avLst>
          </a:prstGeom>
          <a:noFill/>
          <a:ln>
            <a:noFill/>
          </a:ln>
        </p:spPr>
      </p:sp>
      <p:sp>
        <p:nvSpPr>
          <p:cNvPr id="310" name="Google Shape;310;p36"/>
          <p:cNvSpPr txBox="1">
            <a:spLocks noGrp="1"/>
          </p:cNvSpPr>
          <p:nvPr>
            <p:ph type="subTitle" idx="1"/>
          </p:nvPr>
        </p:nvSpPr>
        <p:spPr>
          <a:xfrm>
            <a:off x="251400" y="2512475"/>
            <a:ext cx="2140500" cy="405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000"/>
              <a:buNone/>
              <a:defRPr>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a:endParaRPr/>
          </a:p>
        </p:txBody>
      </p:sp>
      <p:sp>
        <p:nvSpPr>
          <p:cNvPr id="311" name="Google Shape;311;p36"/>
          <p:cNvSpPr txBox="1">
            <a:spLocks noGrp="1"/>
          </p:cNvSpPr>
          <p:nvPr>
            <p:ph type="body" idx="3"/>
          </p:nvPr>
        </p:nvSpPr>
        <p:spPr>
          <a:xfrm>
            <a:off x="251400" y="3003175"/>
            <a:ext cx="4454400" cy="152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cxnSp>
        <p:nvCxnSpPr>
          <p:cNvPr id="312" name="Google Shape;312;p36"/>
          <p:cNvCxnSpPr/>
          <p:nvPr/>
        </p:nvCxnSpPr>
        <p:spPr>
          <a:xfrm>
            <a:off x="2762250" y="4827750"/>
            <a:ext cx="0" cy="316500"/>
          </a:xfrm>
          <a:prstGeom prst="straightConnector1">
            <a:avLst/>
          </a:prstGeom>
          <a:noFill/>
          <a:ln w="9525" cap="flat" cmpd="sng">
            <a:solidFill>
              <a:schemeClr val="dk1"/>
            </a:solidFill>
            <a:prstDash val="solid"/>
            <a:round/>
            <a:headEnd type="none" w="med" len="med"/>
            <a:tailEnd type="none" w="med" len="med"/>
          </a:ln>
        </p:spPr>
      </p:cxnSp>
      <p:sp>
        <p:nvSpPr>
          <p:cNvPr id="313" name="Google Shape;313;p36"/>
          <p:cNvSpPr txBox="1">
            <a:spLocks noGrp="1"/>
          </p:cNvSpPr>
          <p:nvPr>
            <p:ph type="subTitle" idx="4"/>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314" name="Google Shape;314;p36"/>
          <p:cNvSpPr txBox="1">
            <a:spLocks noGrp="1"/>
          </p:cNvSpPr>
          <p:nvPr>
            <p:ph type="subTitle" idx="5"/>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315" name="Google Shape;315;p36"/>
          <p:cNvSpPr/>
          <p:nvPr/>
        </p:nvSpPr>
        <p:spPr>
          <a:xfrm rot="5400000">
            <a:off x="8611250" y="4735800"/>
            <a:ext cx="321000" cy="494100"/>
          </a:xfrm>
          <a:prstGeom prst="round2SameRect">
            <a:avLst>
              <a:gd name="adj1" fmla="val 50000"/>
              <a:gd name="adj2"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16" name="Google Shape;316;p36"/>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ar Chart">
  <p:cSld name="BIG_NUMBER">
    <p:spTree>
      <p:nvGrpSpPr>
        <p:cNvPr id="1" name="Shape 317"/>
        <p:cNvGrpSpPr/>
        <p:nvPr/>
      </p:nvGrpSpPr>
      <p:grpSpPr>
        <a:xfrm>
          <a:off x="0" y="0"/>
          <a:ext cx="0" cy="0"/>
          <a:chOff x="0" y="0"/>
          <a:chExt cx="0" cy="0"/>
        </a:xfrm>
      </p:grpSpPr>
      <p:sp>
        <p:nvSpPr>
          <p:cNvPr id="318" name="Google Shape;318;p37"/>
          <p:cNvSpPr/>
          <p:nvPr/>
        </p:nvSpPr>
        <p:spPr>
          <a:xfrm rot="5400000">
            <a:off x="4391175" y="560850"/>
            <a:ext cx="321000" cy="8851800"/>
          </a:xfrm>
          <a:prstGeom prst="round2SameRect">
            <a:avLst>
              <a:gd name="adj1" fmla="val 50000"/>
              <a:gd name="adj2"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319" name="Google Shape;319;p37"/>
          <p:cNvSpPr txBox="1">
            <a:spLocks noGrp="1"/>
          </p:cNvSpPr>
          <p:nvPr>
            <p:ph type="title"/>
          </p:nvPr>
        </p:nvSpPr>
        <p:spPr>
          <a:xfrm>
            <a:off x="122600" y="125600"/>
            <a:ext cx="5708400" cy="5439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Font typeface="Libre Baskerville"/>
              <a:buNone/>
              <a:defRPr sz="3600"/>
            </a:lvl2pPr>
            <a:lvl3pPr lvl="2">
              <a:spcBef>
                <a:spcPts val="0"/>
              </a:spcBef>
              <a:spcAft>
                <a:spcPts val="0"/>
              </a:spcAft>
              <a:buSzPts val="3600"/>
              <a:buFont typeface="Libre Baskerville"/>
              <a:buNone/>
              <a:defRPr sz="3600"/>
            </a:lvl3pPr>
            <a:lvl4pPr lvl="3">
              <a:spcBef>
                <a:spcPts val="0"/>
              </a:spcBef>
              <a:spcAft>
                <a:spcPts val="0"/>
              </a:spcAft>
              <a:buSzPts val="3600"/>
              <a:buFont typeface="Libre Baskerville"/>
              <a:buNone/>
              <a:defRPr sz="3600"/>
            </a:lvl4pPr>
            <a:lvl5pPr lvl="4">
              <a:spcBef>
                <a:spcPts val="0"/>
              </a:spcBef>
              <a:spcAft>
                <a:spcPts val="0"/>
              </a:spcAft>
              <a:buSzPts val="3600"/>
              <a:buFont typeface="Libre Baskerville"/>
              <a:buNone/>
              <a:defRPr sz="3600"/>
            </a:lvl5pPr>
            <a:lvl6pPr lvl="5">
              <a:spcBef>
                <a:spcPts val="0"/>
              </a:spcBef>
              <a:spcAft>
                <a:spcPts val="0"/>
              </a:spcAft>
              <a:buSzPts val="3600"/>
              <a:buFont typeface="Libre Baskerville"/>
              <a:buNone/>
              <a:defRPr sz="3600"/>
            </a:lvl6pPr>
            <a:lvl7pPr lvl="6">
              <a:spcBef>
                <a:spcPts val="0"/>
              </a:spcBef>
              <a:spcAft>
                <a:spcPts val="0"/>
              </a:spcAft>
              <a:buSzPts val="3600"/>
              <a:buFont typeface="Libre Baskerville"/>
              <a:buNone/>
              <a:defRPr sz="3600"/>
            </a:lvl7pPr>
            <a:lvl8pPr lvl="7">
              <a:spcBef>
                <a:spcPts val="0"/>
              </a:spcBef>
              <a:spcAft>
                <a:spcPts val="0"/>
              </a:spcAft>
              <a:buSzPts val="3600"/>
              <a:buFont typeface="Libre Baskerville"/>
              <a:buNone/>
              <a:defRPr sz="3600"/>
            </a:lvl8pPr>
            <a:lvl9pPr lvl="8">
              <a:spcBef>
                <a:spcPts val="0"/>
              </a:spcBef>
              <a:spcAft>
                <a:spcPts val="0"/>
              </a:spcAft>
              <a:buSzPts val="3600"/>
              <a:buFont typeface="Libre Baskerville"/>
              <a:buNone/>
              <a:defRPr sz="3600"/>
            </a:lvl9pPr>
          </a:lstStyle>
          <a:p>
            <a:endParaRPr/>
          </a:p>
        </p:txBody>
      </p:sp>
      <p:cxnSp>
        <p:nvCxnSpPr>
          <p:cNvPr id="320" name="Google Shape;320;p37"/>
          <p:cNvCxnSpPr/>
          <p:nvPr/>
        </p:nvCxnSpPr>
        <p:spPr>
          <a:xfrm>
            <a:off x="2762250" y="4827350"/>
            <a:ext cx="0" cy="316800"/>
          </a:xfrm>
          <a:prstGeom prst="straightConnector1">
            <a:avLst/>
          </a:prstGeom>
          <a:noFill/>
          <a:ln w="9525" cap="flat" cmpd="sng">
            <a:solidFill>
              <a:schemeClr val="dk1"/>
            </a:solidFill>
            <a:prstDash val="solid"/>
            <a:round/>
            <a:headEnd type="none" w="med" len="med"/>
            <a:tailEnd type="none" w="med" len="med"/>
          </a:ln>
        </p:spPr>
      </p:cxnSp>
      <p:sp>
        <p:nvSpPr>
          <p:cNvPr id="321" name="Google Shape;321;p37"/>
          <p:cNvSpPr txBox="1">
            <a:spLocks noGrp="1"/>
          </p:cNvSpPr>
          <p:nvPr>
            <p:ph type="subTitle" idx="1"/>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322" name="Google Shape;322;p37"/>
          <p:cNvSpPr txBox="1">
            <a:spLocks noGrp="1"/>
          </p:cNvSpPr>
          <p:nvPr>
            <p:ph type="subTitle" idx="2"/>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323" name="Google Shape;323;p37"/>
          <p:cNvSpPr/>
          <p:nvPr/>
        </p:nvSpPr>
        <p:spPr>
          <a:xfrm rot="5400000">
            <a:off x="8611250" y="4735800"/>
            <a:ext cx="321000" cy="494100"/>
          </a:xfrm>
          <a:prstGeom prst="round2SameRect">
            <a:avLst>
              <a:gd name="adj1" fmla="val 50000"/>
              <a:gd name="adj2"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24" name="Google Shape;324;p37"/>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ask Timeline">
  <p:cSld name="BIG_NUMBER_4">
    <p:spTree>
      <p:nvGrpSpPr>
        <p:cNvPr id="1" name="Shape 325"/>
        <p:cNvGrpSpPr/>
        <p:nvPr/>
      </p:nvGrpSpPr>
      <p:grpSpPr>
        <a:xfrm>
          <a:off x="0" y="0"/>
          <a:ext cx="0" cy="0"/>
          <a:chOff x="0" y="0"/>
          <a:chExt cx="0" cy="0"/>
        </a:xfrm>
      </p:grpSpPr>
      <p:sp>
        <p:nvSpPr>
          <p:cNvPr id="326" name="Google Shape;326;p38"/>
          <p:cNvSpPr/>
          <p:nvPr/>
        </p:nvSpPr>
        <p:spPr>
          <a:xfrm rot="5400000">
            <a:off x="4391175" y="560850"/>
            <a:ext cx="321000" cy="8851800"/>
          </a:xfrm>
          <a:prstGeom prst="round2SameRect">
            <a:avLst>
              <a:gd name="adj1" fmla="val 50000"/>
              <a:gd name="adj2"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cxnSp>
        <p:nvCxnSpPr>
          <p:cNvPr id="327" name="Google Shape;327;p38"/>
          <p:cNvCxnSpPr/>
          <p:nvPr/>
        </p:nvCxnSpPr>
        <p:spPr>
          <a:xfrm>
            <a:off x="2642715" y="1649025"/>
            <a:ext cx="6251100" cy="6000"/>
          </a:xfrm>
          <a:prstGeom prst="straightConnector1">
            <a:avLst/>
          </a:prstGeom>
          <a:noFill/>
          <a:ln w="19050" cap="flat" cmpd="sng">
            <a:solidFill>
              <a:schemeClr val="dk1"/>
            </a:solidFill>
            <a:prstDash val="solid"/>
            <a:round/>
            <a:headEnd type="none" w="med" len="med"/>
            <a:tailEnd type="none" w="med" len="med"/>
          </a:ln>
        </p:spPr>
      </p:cxnSp>
      <p:cxnSp>
        <p:nvCxnSpPr>
          <p:cNvPr id="328" name="Google Shape;328;p38"/>
          <p:cNvCxnSpPr/>
          <p:nvPr/>
        </p:nvCxnSpPr>
        <p:spPr>
          <a:xfrm>
            <a:off x="2642600" y="3661125"/>
            <a:ext cx="6251100" cy="6000"/>
          </a:xfrm>
          <a:prstGeom prst="straightConnector1">
            <a:avLst/>
          </a:prstGeom>
          <a:noFill/>
          <a:ln w="19050" cap="flat" cmpd="sng">
            <a:solidFill>
              <a:schemeClr val="dk1"/>
            </a:solidFill>
            <a:prstDash val="solid"/>
            <a:round/>
            <a:headEnd type="none" w="med" len="med"/>
            <a:tailEnd type="none" w="med" len="med"/>
          </a:ln>
        </p:spPr>
      </p:cxnSp>
      <p:cxnSp>
        <p:nvCxnSpPr>
          <p:cNvPr id="329" name="Google Shape;329;p38"/>
          <p:cNvCxnSpPr/>
          <p:nvPr/>
        </p:nvCxnSpPr>
        <p:spPr>
          <a:xfrm>
            <a:off x="2642830" y="2327925"/>
            <a:ext cx="6251100" cy="6000"/>
          </a:xfrm>
          <a:prstGeom prst="straightConnector1">
            <a:avLst/>
          </a:prstGeom>
          <a:noFill/>
          <a:ln w="19050" cap="flat" cmpd="sng">
            <a:solidFill>
              <a:schemeClr val="dk1"/>
            </a:solidFill>
            <a:prstDash val="solid"/>
            <a:round/>
            <a:headEnd type="none" w="med" len="med"/>
            <a:tailEnd type="none" w="med" len="med"/>
          </a:ln>
        </p:spPr>
      </p:cxnSp>
      <p:cxnSp>
        <p:nvCxnSpPr>
          <p:cNvPr id="330" name="Google Shape;330;p38"/>
          <p:cNvCxnSpPr/>
          <p:nvPr/>
        </p:nvCxnSpPr>
        <p:spPr>
          <a:xfrm>
            <a:off x="2642830" y="3006825"/>
            <a:ext cx="6251100" cy="6000"/>
          </a:xfrm>
          <a:prstGeom prst="straightConnector1">
            <a:avLst/>
          </a:prstGeom>
          <a:noFill/>
          <a:ln w="19050" cap="flat" cmpd="sng">
            <a:solidFill>
              <a:schemeClr val="dk1"/>
            </a:solidFill>
            <a:prstDash val="solid"/>
            <a:round/>
            <a:headEnd type="none" w="med" len="med"/>
            <a:tailEnd type="none" w="med" len="med"/>
          </a:ln>
        </p:spPr>
      </p:cxnSp>
      <p:cxnSp>
        <p:nvCxnSpPr>
          <p:cNvPr id="331" name="Google Shape;331;p38"/>
          <p:cNvCxnSpPr/>
          <p:nvPr/>
        </p:nvCxnSpPr>
        <p:spPr>
          <a:xfrm>
            <a:off x="2642830" y="4364625"/>
            <a:ext cx="6251100" cy="6000"/>
          </a:xfrm>
          <a:prstGeom prst="straightConnector1">
            <a:avLst/>
          </a:prstGeom>
          <a:noFill/>
          <a:ln w="19050" cap="flat" cmpd="sng">
            <a:solidFill>
              <a:schemeClr val="dk1"/>
            </a:solidFill>
            <a:prstDash val="solid"/>
            <a:round/>
            <a:headEnd type="none" w="med" len="med"/>
            <a:tailEnd type="none" w="med" len="med"/>
          </a:ln>
        </p:spPr>
      </p:cxnSp>
      <p:sp>
        <p:nvSpPr>
          <p:cNvPr id="332" name="Google Shape;332;p38"/>
          <p:cNvSpPr txBox="1">
            <a:spLocks noGrp="1"/>
          </p:cNvSpPr>
          <p:nvPr>
            <p:ph type="title"/>
          </p:nvPr>
        </p:nvSpPr>
        <p:spPr>
          <a:xfrm>
            <a:off x="122600" y="125600"/>
            <a:ext cx="5708400" cy="5439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Font typeface="Libre Baskerville"/>
              <a:buNone/>
              <a:defRPr sz="3600"/>
            </a:lvl2pPr>
            <a:lvl3pPr lvl="2">
              <a:spcBef>
                <a:spcPts val="0"/>
              </a:spcBef>
              <a:spcAft>
                <a:spcPts val="0"/>
              </a:spcAft>
              <a:buSzPts val="3600"/>
              <a:buFont typeface="Libre Baskerville"/>
              <a:buNone/>
              <a:defRPr sz="3600"/>
            </a:lvl3pPr>
            <a:lvl4pPr lvl="3">
              <a:spcBef>
                <a:spcPts val="0"/>
              </a:spcBef>
              <a:spcAft>
                <a:spcPts val="0"/>
              </a:spcAft>
              <a:buSzPts val="3600"/>
              <a:buFont typeface="Libre Baskerville"/>
              <a:buNone/>
              <a:defRPr sz="3600"/>
            </a:lvl4pPr>
            <a:lvl5pPr lvl="4">
              <a:spcBef>
                <a:spcPts val="0"/>
              </a:spcBef>
              <a:spcAft>
                <a:spcPts val="0"/>
              </a:spcAft>
              <a:buSzPts val="3600"/>
              <a:buFont typeface="Libre Baskerville"/>
              <a:buNone/>
              <a:defRPr sz="3600"/>
            </a:lvl5pPr>
            <a:lvl6pPr lvl="5">
              <a:spcBef>
                <a:spcPts val="0"/>
              </a:spcBef>
              <a:spcAft>
                <a:spcPts val="0"/>
              </a:spcAft>
              <a:buSzPts val="3600"/>
              <a:buFont typeface="Libre Baskerville"/>
              <a:buNone/>
              <a:defRPr sz="3600"/>
            </a:lvl6pPr>
            <a:lvl7pPr lvl="6">
              <a:spcBef>
                <a:spcPts val="0"/>
              </a:spcBef>
              <a:spcAft>
                <a:spcPts val="0"/>
              </a:spcAft>
              <a:buSzPts val="3600"/>
              <a:buFont typeface="Libre Baskerville"/>
              <a:buNone/>
              <a:defRPr sz="3600"/>
            </a:lvl7pPr>
            <a:lvl8pPr lvl="7">
              <a:spcBef>
                <a:spcPts val="0"/>
              </a:spcBef>
              <a:spcAft>
                <a:spcPts val="0"/>
              </a:spcAft>
              <a:buSzPts val="3600"/>
              <a:buFont typeface="Libre Baskerville"/>
              <a:buNone/>
              <a:defRPr sz="3600"/>
            </a:lvl8pPr>
            <a:lvl9pPr lvl="8">
              <a:spcBef>
                <a:spcPts val="0"/>
              </a:spcBef>
              <a:spcAft>
                <a:spcPts val="0"/>
              </a:spcAft>
              <a:buSzPts val="3600"/>
              <a:buFont typeface="Libre Baskerville"/>
              <a:buNone/>
              <a:defRPr sz="3600"/>
            </a:lvl9pPr>
          </a:lstStyle>
          <a:p>
            <a:endParaRPr/>
          </a:p>
        </p:txBody>
      </p:sp>
      <p:cxnSp>
        <p:nvCxnSpPr>
          <p:cNvPr id="333" name="Google Shape;333;p38"/>
          <p:cNvCxnSpPr/>
          <p:nvPr/>
        </p:nvCxnSpPr>
        <p:spPr>
          <a:xfrm>
            <a:off x="2762250" y="4827350"/>
            <a:ext cx="0" cy="316800"/>
          </a:xfrm>
          <a:prstGeom prst="straightConnector1">
            <a:avLst/>
          </a:prstGeom>
          <a:noFill/>
          <a:ln w="9525" cap="flat" cmpd="sng">
            <a:solidFill>
              <a:schemeClr val="dk1"/>
            </a:solidFill>
            <a:prstDash val="solid"/>
            <a:round/>
            <a:headEnd type="none" w="med" len="med"/>
            <a:tailEnd type="none" w="med" len="med"/>
          </a:ln>
        </p:spPr>
      </p:cxnSp>
      <p:sp>
        <p:nvSpPr>
          <p:cNvPr id="334" name="Google Shape;334;p38"/>
          <p:cNvSpPr txBox="1">
            <a:spLocks noGrp="1"/>
          </p:cNvSpPr>
          <p:nvPr>
            <p:ph type="subTitle" idx="1"/>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335" name="Google Shape;335;p38"/>
          <p:cNvSpPr txBox="1">
            <a:spLocks noGrp="1"/>
          </p:cNvSpPr>
          <p:nvPr>
            <p:ph type="subTitle" idx="2"/>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336" name="Google Shape;336;p38"/>
          <p:cNvSpPr>
            <a:spLocks noGrp="1"/>
          </p:cNvSpPr>
          <p:nvPr>
            <p:ph type="pic" idx="3"/>
          </p:nvPr>
        </p:nvSpPr>
        <p:spPr>
          <a:xfrm>
            <a:off x="1942950" y="1369100"/>
            <a:ext cx="573900" cy="570600"/>
          </a:xfrm>
          <a:prstGeom prst="roundRect">
            <a:avLst>
              <a:gd name="adj" fmla="val 16667"/>
            </a:avLst>
          </a:prstGeom>
          <a:noFill/>
          <a:ln>
            <a:noFill/>
          </a:ln>
        </p:spPr>
      </p:sp>
      <p:sp>
        <p:nvSpPr>
          <p:cNvPr id="337" name="Google Shape;337;p38"/>
          <p:cNvSpPr txBox="1">
            <a:spLocks noGrp="1"/>
          </p:cNvSpPr>
          <p:nvPr>
            <p:ph type="title" idx="4"/>
          </p:nvPr>
        </p:nvSpPr>
        <p:spPr>
          <a:xfrm>
            <a:off x="251400" y="1487175"/>
            <a:ext cx="1593900" cy="176400"/>
          </a:xfrm>
          <a:prstGeom prst="rect">
            <a:avLst/>
          </a:prstGeom>
        </p:spPr>
        <p:txBody>
          <a:bodyPr spcFirstLastPara="1" wrap="square" lIns="0" tIns="0" rIns="0" bIns="0" anchor="t" anchorCtr="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a:endParaRPr/>
          </a:p>
        </p:txBody>
      </p:sp>
      <p:sp>
        <p:nvSpPr>
          <p:cNvPr id="338" name="Google Shape;338;p38"/>
          <p:cNvSpPr txBox="1">
            <a:spLocks noGrp="1"/>
          </p:cNvSpPr>
          <p:nvPr>
            <p:ph type="subTitle" idx="5"/>
          </p:nvPr>
        </p:nvSpPr>
        <p:spPr>
          <a:xfrm>
            <a:off x="251509" y="1663525"/>
            <a:ext cx="1593900" cy="158100"/>
          </a:xfrm>
          <a:prstGeom prst="rect">
            <a:avLst/>
          </a:prstGeom>
        </p:spPr>
        <p:txBody>
          <a:bodyPr spcFirstLastPara="1" wrap="square" lIns="0" tIns="0" rIns="0" bIns="0" anchor="t" anchorCtr="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a:endParaRPr/>
          </a:p>
        </p:txBody>
      </p:sp>
      <p:sp>
        <p:nvSpPr>
          <p:cNvPr id="339" name="Google Shape;339;p38"/>
          <p:cNvSpPr>
            <a:spLocks noGrp="1"/>
          </p:cNvSpPr>
          <p:nvPr>
            <p:ph type="pic" idx="6"/>
          </p:nvPr>
        </p:nvSpPr>
        <p:spPr>
          <a:xfrm>
            <a:off x="1943050" y="3402238"/>
            <a:ext cx="573900" cy="570600"/>
          </a:xfrm>
          <a:prstGeom prst="roundRect">
            <a:avLst>
              <a:gd name="adj" fmla="val 16667"/>
            </a:avLst>
          </a:prstGeom>
          <a:noFill/>
          <a:ln>
            <a:noFill/>
          </a:ln>
        </p:spPr>
      </p:sp>
      <p:sp>
        <p:nvSpPr>
          <p:cNvPr id="340" name="Google Shape;340;p38"/>
          <p:cNvSpPr txBox="1">
            <a:spLocks noGrp="1"/>
          </p:cNvSpPr>
          <p:nvPr>
            <p:ph type="title" idx="7"/>
          </p:nvPr>
        </p:nvSpPr>
        <p:spPr>
          <a:xfrm>
            <a:off x="251500" y="2163700"/>
            <a:ext cx="1593900" cy="176400"/>
          </a:xfrm>
          <a:prstGeom prst="rect">
            <a:avLst/>
          </a:prstGeom>
        </p:spPr>
        <p:txBody>
          <a:bodyPr spcFirstLastPara="1" wrap="square" lIns="0" tIns="0" rIns="0" bIns="0" anchor="t" anchorCtr="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a:endParaRPr/>
          </a:p>
        </p:txBody>
      </p:sp>
      <p:sp>
        <p:nvSpPr>
          <p:cNvPr id="341" name="Google Shape;341;p38"/>
          <p:cNvSpPr txBox="1">
            <a:spLocks noGrp="1"/>
          </p:cNvSpPr>
          <p:nvPr>
            <p:ph type="subTitle" idx="8"/>
          </p:nvPr>
        </p:nvSpPr>
        <p:spPr>
          <a:xfrm>
            <a:off x="251609" y="2340050"/>
            <a:ext cx="1593900" cy="158100"/>
          </a:xfrm>
          <a:prstGeom prst="rect">
            <a:avLst/>
          </a:prstGeom>
        </p:spPr>
        <p:txBody>
          <a:bodyPr spcFirstLastPara="1" wrap="square" lIns="0" tIns="0" rIns="0" bIns="0" anchor="t" anchorCtr="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a:endParaRPr/>
          </a:p>
        </p:txBody>
      </p:sp>
      <p:sp>
        <p:nvSpPr>
          <p:cNvPr id="342" name="Google Shape;342;p38"/>
          <p:cNvSpPr>
            <a:spLocks noGrp="1"/>
          </p:cNvSpPr>
          <p:nvPr>
            <p:ph type="pic" idx="9"/>
          </p:nvPr>
        </p:nvSpPr>
        <p:spPr>
          <a:xfrm>
            <a:off x="1942950" y="2724525"/>
            <a:ext cx="573900" cy="570600"/>
          </a:xfrm>
          <a:prstGeom prst="roundRect">
            <a:avLst>
              <a:gd name="adj" fmla="val 16667"/>
            </a:avLst>
          </a:prstGeom>
          <a:noFill/>
          <a:ln>
            <a:noFill/>
          </a:ln>
        </p:spPr>
      </p:sp>
      <p:sp>
        <p:nvSpPr>
          <p:cNvPr id="343" name="Google Shape;343;p38"/>
          <p:cNvSpPr txBox="1">
            <a:spLocks noGrp="1"/>
          </p:cNvSpPr>
          <p:nvPr>
            <p:ph type="title" idx="13"/>
          </p:nvPr>
        </p:nvSpPr>
        <p:spPr>
          <a:xfrm>
            <a:off x="251400" y="2842600"/>
            <a:ext cx="1593900" cy="176400"/>
          </a:xfrm>
          <a:prstGeom prst="rect">
            <a:avLst/>
          </a:prstGeom>
        </p:spPr>
        <p:txBody>
          <a:bodyPr spcFirstLastPara="1" wrap="square" lIns="0" tIns="0" rIns="0" bIns="0" anchor="t" anchorCtr="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a:endParaRPr/>
          </a:p>
        </p:txBody>
      </p:sp>
      <p:sp>
        <p:nvSpPr>
          <p:cNvPr id="344" name="Google Shape;344;p38"/>
          <p:cNvSpPr txBox="1">
            <a:spLocks noGrp="1"/>
          </p:cNvSpPr>
          <p:nvPr>
            <p:ph type="subTitle" idx="14"/>
          </p:nvPr>
        </p:nvSpPr>
        <p:spPr>
          <a:xfrm>
            <a:off x="251509" y="3018950"/>
            <a:ext cx="1593900" cy="158100"/>
          </a:xfrm>
          <a:prstGeom prst="rect">
            <a:avLst/>
          </a:prstGeom>
        </p:spPr>
        <p:txBody>
          <a:bodyPr spcFirstLastPara="1" wrap="square" lIns="0" tIns="0" rIns="0" bIns="0" anchor="t" anchorCtr="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a:endParaRPr/>
          </a:p>
        </p:txBody>
      </p:sp>
      <p:sp>
        <p:nvSpPr>
          <p:cNvPr id="345" name="Google Shape;345;p38"/>
          <p:cNvSpPr>
            <a:spLocks noGrp="1"/>
          </p:cNvSpPr>
          <p:nvPr>
            <p:ph type="pic" idx="15"/>
          </p:nvPr>
        </p:nvSpPr>
        <p:spPr>
          <a:xfrm>
            <a:off x="1942950" y="2046800"/>
            <a:ext cx="573900" cy="570600"/>
          </a:xfrm>
          <a:prstGeom prst="roundRect">
            <a:avLst>
              <a:gd name="adj" fmla="val 16667"/>
            </a:avLst>
          </a:prstGeom>
          <a:noFill/>
          <a:ln>
            <a:noFill/>
          </a:ln>
        </p:spPr>
      </p:sp>
      <p:sp>
        <p:nvSpPr>
          <p:cNvPr id="346" name="Google Shape;346;p38"/>
          <p:cNvSpPr txBox="1">
            <a:spLocks noGrp="1"/>
          </p:cNvSpPr>
          <p:nvPr>
            <p:ph type="title" idx="16"/>
          </p:nvPr>
        </p:nvSpPr>
        <p:spPr>
          <a:xfrm>
            <a:off x="251400" y="3520313"/>
            <a:ext cx="1593900" cy="176400"/>
          </a:xfrm>
          <a:prstGeom prst="rect">
            <a:avLst/>
          </a:prstGeom>
        </p:spPr>
        <p:txBody>
          <a:bodyPr spcFirstLastPara="1" wrap="square" lIns="0" tIns="0" rIns="0" bIns="0" anchor="t" anchorCtr="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a:endParaRPr/>
          </a:p>
        </p:txBody>
      </p:sp>
      <p:sp>
        <p:nvSpPr>
          <p:cNvPr id="347" name="Google Shape;347;p38"/>
          <p:cNvSpPr txBox="1">
            <a:spLocks noGrp="1"/>
          </p:cNvSpPr>
          <p:nvPr>
            <p:ph type="subTitle" idx="17"/>
          </p:nvPr>
        </p:nvSpPr>
        <p:spPr>
          <a:xfrm>
            <a:off x="251509" y="3696663"/>
            <a:ext cx="1593900" cy="158100"/>
          </a:xfrm>
          <a:prstGeom prst="rect">
            <a:avLst/>
          </a:prstGeom>
        </p:spPr>
        <p:txBody>
          <a:bodyPr spcFirstLastPara="1" wrap="square" lIns="0" tIns="0" rIns="0" bIns="0" anchor="t" anchorCtr="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a:endParaRPr/>
          </a:p>
        </p:txBody>
      </p:sp>
      <p:sp>
        <p:nvSpPr>
          <p:cNvPr id="348" name="Google Shape;348;p38"/>
          <p:cNvSpPr>
            <a:spLocks noGrp="1"/>
          </p:cNvSpPr>
          <p:nvPr>
            <p:ph type="pic" idx="18"/>
          </p:nvPr>
        </p:nvSpPr>
        <p:spPr>
          <a:xfrm>
            <a:off x="1942950" y="4079938"/>
            <a:ext cx="573900" cy="570600"/>
          </a:xfrm>
          <a:prstGeom prst="roundRect">
            <a:avLst>
              <a:gd name="adj" fmla="val 16667"/>
            </a:avLst>
          </a:prstGeom>
          <a:noFill/>
          <a:ln>
            <a:noFill/>
          </a:ln>
        </p:spPr>
      </p:sp>
      <p:sp>
        <p:nvSpPr>
          <p:cNvPr id="349" name="Google Shape;349;p38"/>
          <p:cNvSpPr txBox="1">
            <a:spLocks noGrp="1"/>
          </p:cNvSpPr>
          <p:nvPr>
            <p:ph type="title" idx="19"/>
          </p:nvPr>
        </p:nvSpPr>
        <p:spPr>
          <a:xfrm>
            <a:off x="251400" y="4198013"/>
            <a:ext cx="1593900" cy="176400"/>
          </a:xfrm>
          <a:prstGeom prst="rect">
            <a:avLst/>
          </a:prstGeom>
        </p:spPr>
        <p:txBody>
          <a:bodyPr spcFirstLastPara="1" wrap="square" lIns="0" tIns="0" rIns="0" bIns="0" anchor="t" anchorCtr="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a:endParaRPr/>
          </a:p>
        </p:txBody>
      </p:sp>
      <p:sp>
        <p:nvSpPr>
          <p:cNvPr id="350" name="Google Shape;350;p38"/>
          <p:cNvSpPr txBox="1">
            <a:spLocks noGrp="1"/>
          </p:cNvSpPr>
          <p:nvPr>
            <p:ph type="subTitle" idx="20"/>
          </p:nvPr>
        </p:nvSpPr>
        <p:spPr>
          <a:xfrm>
            <a:off x="251509" y="4374363"/>
            <a:ext cx="1593900" cy="158100"/>
          </a:xfrm>
          <a:prstGeom prst="rect">
            <a:avLst/>
          </a:prstGeom>
        </p:spPr>
        <p:txBody>
          <a:bodyPr spcFirstLastPara="1" wrap="square" lIns="0" tIns="0" rIns="0" bIns="0" anchor="t" anchorCtr="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a:endParaRPr/>
          </a:p>
        </p:txBody>
      </p:sp>
      <p:sp>
        <p:nvSpPr>
          <p:cNvPr id="351" name="Google Shape;351;p38"/>
          <p:cNvSpPr txBox="1"/>
          <p:nvPr/>
        </p:nvSpPr>
        <p:spPr>
          <a:xfrm>
            <a:off x="251821" y="882063"/>
            <a:ext cx="1432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lt1"/>
                </a:solidFill>
                <a:latin typeface="Roboto Medium"/>
                <a:ea typeface="Roboto Medium"/>
                <a:cs typeface="Roboto Medium"/>
                <a:sym typeface="Roboto Medium"/>
              </a:rPr>
              <a:t>Role</a:t>
            </a:r>
            <a:endParaRPr sz="1000">
              <a:solidFill>
                <a:schemeClr val="lt1"/>
              </a:solidFill>
              <a:latin typeface="Roboto Medium"/>
              <a:ea typeface="Roboto Medium"/>
              <a:cs typeface="Roboto Medium"/>
              <a:sym typeface="Roboto Medium"/>
            </a:endParaRPr>
          </a:p>
        </p:txBody>
      </p:sp>
      <p:sp>
        <p:nvSpPr>
          <p:cNvPr id="352" name="Google Shape;352;p38"/>
          <p:cNvSpPr txBox="1">
            <a:spLocks noGrp="1"/>
          </p:cNvSpPr>
          <p:nvPr>
            <p:ph type="subTitle" idx="21"/>
          </p:nvPr>
        </p:nvSpPr>
        <p:spPr>
          <a:xfrm>
            <a:off x="2642750" y="845050"/>
            <a:ext cx="2084700" cy="396300"/>
          </a:xfrm>
          <a:prstGeom prst="rect">
            <a:avLst/>
          </a:prstGeom>
        </p:spPr>
        <p:txBody>
          <a:bodyPr spcFirstLastPara="1" wrap="square" lIns="91425" tIns="91425" rIns="91425" bIns="91425" anchor="ctr" anchorCtr="0">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353" name="Google Shape;353;p38"/>
          <p:cNvSpPr txBox="1">
            <a:spLocks noGrp="1"/>
          </p:cNvSpPr>
          <p:nvPr>
            <p:ph type="subTitle" idx="22"/>
          </p:nvPr>
        </p:nvSpPr>
        <p:spPr>
          <a:xfrm>
            <a:off x="4727700" y="845050"/>
            <a:ext cx="2084700" cy="396300"/>
          </a:xfrm>
          <a:prstGeom prst="rect">
            <a:avLst/>
          </a:prstGeom>
        </p:spPr>
        <p:txBody>
          <a:bodyPr spcFirstLastPara="1" wrap="square" lIns="91425" tIns="91425" rIns="91425" bIns="91425" anchor="ctr" anchorCtr="0">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354" name="Google Shape;354;p38"/>
          <p:cNvSpPr txBox="1">
            <a:spLocks noGrp="1"/>
          </p:cNvSpPr>
          <p:nvPr>
            <p:ph type="subTitle" idx="23"/>
          </p:nvPr>
        </p:nvSpPr>
        <p:spPr>
          <a:xfrm>
            <a:off x="6810250" y="845050"/>
            <a:ext cx="2084700" cy="396300"/>
          </a:xfrm>
          <a:prstGeom prst="rect">
            <a:avLst/>
          </a:prstGeom>
        </p:spPr>
        <p:txBody>
          <a:bodyPr spcFirstLastPara="1" wrap="square" lIns="91425" tIns="91425" rIns="91425" bIns="91425" anchor="ctr" anchorCtr="0">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cxnSp>
        <p:nvCxnSpPr>
          <p:cNvPr id="355" name="Google Shape;355;p38"/>
          <p:cNvCxnSpPr/>
          <p:nvPr/>
        </p:nvCxnSpPr>
        <p:spPr>
          <a:xfrm>
            <a:off x="251600" y="1244250"/>
            <a:ext cx="8642100" cy="0"/>
          </a:xfrm>
          <a:prstGeom prst="straightConnector1">
            <a:avLst/>
          </a:prstGeom>
          <a:noFill/>
          <a:ln w="19050" cap="flat" cmpd="sng">
            <a:solidFill>
              <a:schemeClr val="dk1"/>
            </a:solidFill>
            <a:prstDash val="solid"/>
            <a:round/>
            <a:headEnd type="none" w="med" len="med"/>
            <a:tailEnd type="none" w="med" len="med"/>
          </a:ln>
        </p:spPr>
      </p:cxnSp>
      <p:sp>
        <p:nvSpPr>
          <p:cNvPr id="356" name="Google Shape;356;p38"/>
          <p:cNvSpPr txBox="1">
            <a:spLocks noGrp="1"/>
          </p:cNvSpPr>
          <p:nvPr>
            <p:ph type="subTitle" idx="24"/>
          </p:nvPr>
        </p:nvSpPr>
        <p:spPr>
          <a:xfrm>
            <a:off x="251400" y="847950"/>
            <a:ext cx="2391300" cy="396300"/>
          </a:xfrm>
          <a:prstGeom prst="rect">
            <a:avLst/>
          </a:prstGeom>
          <a:solidFill>
            <a:schemeClr val="dk1"/>
          </a:solidFill>
        </p:spPr>
        <p:txBody>
          <a:bodyPr spcFirstLastPara="1" wrap="square" lIns="91425" tIns="91425" rIns="91425" bIns="91425" anchor="ctr" anchorCtr="0">
            <a:noAutofit/>
          </a:bodyPr>
          <a:lstStyle>
            <a:lvl1pPr lvl="0">
              <a:spcBef>
                <a:spcPts val="0"/>
              </a:spcBef>
              <a:spcAft>
                <a:spcPts val="0"/>
              </a:spcAft>
              <a:buClr>
                <a:schemeClr val="lt1"/>
              </a:buClr>
              <a:buSzPts val="1000"/>
              <a:buNone/>
              <a:defRPr>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a:endParaRPr/>
          </a:p>
        </p:txBody>
      </p:sp>
      <p:cxnSp>
        <p:nvCxnSpPr>
          <p:cNvPr id="357" name="Google Shape;357;p38"/>
          <p:cNvCxnSpPr/>
          <p:nvPr/>
        </p:nvCxnSpPr>
        <p:spPr>
          <a:xfrm>
            <a:off x="4726475" y="845038"/>
            <a:ext cx="0" cy="392700"/>
          </a:xfrm>
          <a:prstGeom prst="straightConnector1">
            <a:avLst/>
          </a:prstGeom>
          <a:noFill/>
          <a:ln w="19050" cap="flat" cmpd="sng">
            <a:solidFill>
              <a:schemeClr val="dk1"/>
            </a:solidFill>
            <a:prstDash val="solid"/>
            <a:round/>
            <a:headEnd type="none" w="med" len="med"/>
            <a:tailEnd type="none" w="med" len="med"/>
          </a:ln>
        </p:spPr>
      </p:cxnSp>
      <p:cxnSp>
        <p:nvCxnSpPr>
          <p:cNvPr id="358" name="Google Shape;358;p38"/>
          <p:cNvCxnSpPr/>
          <p:nvPr/>
        </p:nvCxnSpPr>
        <p:spPr>
          <a:xfrm>
            <a:off x="6810250" y="855063"/>
            <a:ext cx="0" cy="392700"/>
          </a:xfrm>
          <a:prstGeom prst="straightConnector1">
            <a:avLst/>
          </a:prstGeom>
          <a:noFill/>
          <a:ln w="19050" cap="flat" cmpd="sng">
            <a:solidFill>
              <a:schemeClr val="dk1"/>
            </a:solidFill>
            <a:prstDash val="solid"/>
            <a:round/>
            <a:headEnd type="none" w="med" len="med"/>
            <a:tailEnd type="none" w="med" len="med"/>
          </a:ln>
        </p:spPr>
      </p:cxnSp>
      <p:sp>
        <p:nvSpPr>
          <p:cNvPr id="359" name="Google Shape;359;p38"/>
          <p:cNvSpPr/>
          <p:nvPr/>
        </p:nvSpPr>
        <p:spPr>
          <a:xfrm rot="5400000">
            <a:off x="8611250" y="4735800"/>
            <a:ext cx="321000" cy="494100"/>
          </a:xfrm>
          <a:prstGeom prst="round2SameRect">
            <a:avLst>
              <a:gd name="adj1" fmla="val 50000"/>
              <a:gd name="adj2"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60" name="Google Shape;360;p38"/>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cope">
  <p:cSld name="BIG_NUMBER_3">
    <p:spTree>
      <p:nvGrpSpPr>
        <p:cNvPr id="1" name="Shape 361"/>
        <p:cNvGrpSpPr/>
        <p:nvPr/>
      </p:nvGrpSpPr>
      <p:grpSpPr>
        <a:xfrm>
          <a:off x="0" y="0"/>
          <a:ext cx="0" cy="0"/>
          <a:chOff x="0" y="0"/>
          <a:chExt cx="0" cy="0"/>
        </a:xfrm>
      </p:grpSpPr>
      <p:sp>
        <p:nvSpPr>
          <p:cNvPr id="362" name="Google Shape;362;p39"/>
          <p:cNvSpPr/>
          <p:nvPr/>
        </p:nvSpPr>
        <p:spPr>
          <a:xfrm rot="5400000">
            <a:off x="4391175" y="560850"/>
            <a:ext cx="321000" cy="8851800"/>
          </a:xfrm>
          <a:prstGeom prst="round2SameRect">
            <a:avLst>
              <a:gd name="adj1" fmla="val 50000"/>
              <a:gd name="adj2"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363" name="Google Shape;363;p39"/>
          <p:cNvSpPr txBox="1">
            <a:spLocks noGrp="1"/>
          </p:cNvSpPr>
          <p:nvPr>
            <p:ph type="title"/>
          </p:nvPr>
        </p:nvSpPr>
        <p:spPr>
          <a:xfrm>
            <a:off x="2642600" y="1021700"/>
            <a:ext cx="3859800" cy="2783700"/>
          </a:xfrm>
          <a:prstGeom prst="rect">
            <a:avLst/>
          </a:prstGeom>
        </p:spPr>
        <p:txBody>
          <a:bodyPr spcFirstLastPara="1" wrap="square" lIns="91425" tIns="91425" rIns="91425" bIns="91425" anchor="ctr" anchorCtr="0">
            <a:noAutofit/>
          </a:bodyPr>
          <a:lstStyle>
            <a:lvl1pPr lvl="0" algn="ctr">
              <a:spcBef>
                <a:spcPts val="0"/>
              </a:spcBef>
              <a:spcAft>
                <a:spcPts val="0"/>
              </a:spcAft>
              <a:buSzPts val="5600"/>
              <a:buNone/>
              <a:defRPr/>
            </a:lvl1pPr>
            <a:lvl2pPr lvl="1" algn="ctr">
              <a:spcBef>
                <a:spcPts val="0"/>
              </a:spcBef>
              <a:spcAft>
                <a:spcPts val="0"/>
              </a:spcAft>
              <a:buSzPts val="5600"/>
              <a:buFont typeface="Libre Baskerville"/>
              <a:buNone/>
              <a:defRPr sz="5600"/>
            </a:lvl2pPr>
            <a:lvl3pPr lvl="2" algn="ctr">
              <a:spcBef>
                <a:spcPts val="0"/>
              </a:spcBef>
              <a:spcAft>
                <a:spcPts val="0"/>
              </a:spcAft>
              <a:buSzPts val="5600"/>
              <a:buFont typeface="Libre Baskerville"/>
              <a:buNone/>
              <a:defRPr sz="5600"/>
            </a:lvl3pPr>
            <a:lvl4pPr lvl="3" algn="ctr">
              <a:spcBef>
                <a:spcPts val="0"/>
              </a:spcBef>
              <a:spcAft>
                <a:spcPts val="0"/>
              </a:spcAft>
              <a:buSzPts val="5600"/>
              <a:buFont typeface="Libre Baskerville"/>
              <a:buNone/>
              <a:defRPr sz="5600"/>
            </a:lvl4pPr>
            <a:lvl5pPr lvl="4" algn="ctr">
              <a:spcBef>
                <a:spcPts val="0"/>
              </a:spcBef>
              <a:spcAft>
                <a:spcPts val="0"/>
              </a:spcAft>
              <a:buSzPts val="5600"/>
              <a:buFont typeface="Libre Baskerville"/>
              <a:buNone/>
              <a:defRPr sz="5600"/>
            </a:lvl5pPr>
            <a:lvl6pPr lvl="5" algn="ctr">
              <a:spcBef>
                <a:spcPts val="0"/>
              </a:spcBef>
              <a:spcAft>
                <a:spcPts val="0"/>
              </a:spcAft>
              <a:buSzPts val="5600"/>
              <a:buFont typeface="Libre Baskerville"/>
              <a:buNone/>
              <a:defRPr sz="5600"/>
            </a:lvl6pPr>
            <a:lvl7pPr lvl="6" algn="ctr">
              <a:spcBef>
                <a:spcPts val="0"/>
              </a:spcBef>
              <a:spcAft>
                <a:spcPts val="0"/>
              </a:spcAft>
              <a:buSzPts val="5600"/>
              <a:buFont typeface="Libre Baskerville"/>
              <a:buNone/>
              <a:defRPr sz="5600"/>
            </a:lvl7pPr>
            <a:lvl8pPr lvl="7" algn="ctr">
              <a:spcBef>
                <a:spcPts val="0"/>
              </a:spcBef>
              <a:spcAft>
                <a:spcPts val="0"/>
              </a:spcAft>
              <a:buSzPts val="5600"/>
              <a:buFont typeface="Libre Baskerville"/>
              <a:buNone/>
              <a:defRPr sz="5600"/>
            </a:lvl8pPr>
            <a:lvl9pPr lvl="8" algn="ctr">
              <a:spcBef>
                <a:spcPts val="0"/>
              </a:spcBef>
              <a:spcAft>
                <a:spcPts val="0"/>
              </a:spcAft>
              <a:buSzPts val="5600"/>
              <a:buFont typeface="Libre Baskerville"/>
              <a:buNone/>
              <a:defRPr sz="5600"/>
            </a:lvl9pPr>
          </a:lstStyle>
          <a:p>
            <a:endParaRPr/>
          </a:p>
        </p:txBody>
      </p:sp>
      <p:cxnSp>
        <p:nvCxnSpPr>
          <p:cNvPr id="364" name="Google Shape;364;p39"/>
          <p:cNvCxnSpPr/>
          <p:nvPr/>
        </p:nvCxnSpPr>
        <p:spPr>
          <a:xfrm>
            <a:off x="2762250" y="4827350"/>
            <a:ext cx="0" cy="316800"/>
          </a:xfrm>
          <a:prstGeom prst="straightConnector1">
            <a:avLst/>
          </a:prstGeom>
          <a:noFill/>
          <a:ln w="9525" cap="flat" cmpd="sng">
            <a:solidFill>
              <a:schemeClr val="dk1"/>
            </a:solidFill>
            <a:prstDash val="solid"/>
            <a:round/>
            <a:headEnd type="none" w="med" len="med"/>
            <a:tailEnd type="none" w="med" len="med"/>
          </a:ln>
        </p:spPr>
      </p:cxnSp>
      <p:sp>
        <p:nvSpPr>
          <p:cNvPr id="365" name="Google Shape;365;p39"/>
          <p:cNvSpPr txBox="1">
            <a:spLocks noGrp="1"/>
          </p:cNvSpPr>
          <p:nvPr>
            <p:ph type="subTitle" idx="1"/>
          </p:nvPr>
        </p:nvSpPr>
        <p:spPr>
          <a:xfrm>
            <a:off x="25255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366" name="Google Shape;366;p39"/>
          <p:cNvSpPr txBox="1">
            <a:spLocks noGrp="1"/>
          </p:cNvSpPr>
          <p:nvPr>
            <p:ph type="subTitle" idx="2"/>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367" name="Google Shape;367;p39"/>
          <p:cNvSpPr/>
          <p:nvPr/>
        </p:nvSpPr>
        <p:spPr>
          <a:xfrm>
            <a:off x="2642600" y="1021650"/>
            <a:ext cx="3859800" cy="27837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68" name="Google Shape;368;p39"/>
          <p:cNvSpPr/>
          <p:nvPr/>
        </p:nvSpPr>
        <p:spPr>
          <a:xfrm>
            <a:off x="251400" y="1021650"/>
            <a:ext cx="2265600" cy="8406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69" name="Google Shape;369;p39"/>
          <p:cNvSpPr/>
          <p:nvPr/>
        </p:nvSpPr>
        <p:spPr>
          <a:xfrm>
            <a:off x="251400" y="2964734"/>
            <a:ext cx="2265600" cy="8406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70" name="Google Shape;370;p39"/>
          <p:cNvSpPr/>
          <p:nvPr/>
        </p:nvSpPr>
        <p:spPr>
          <a:xfrm>
            <a:off x="251400" y="1993206"/>
            <a:ext cx="2265600" cy="8406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71" name="Google Shape;371;p39"/>
          <p:cNvSpPr/>
          <p:nvPr/>
        </p:nvSpPr>
        <p:spPr>
          <a:xfrm>
            <a:off x="6627150" y="1021650"/>
            <a:ext cx="2265600" cy="8406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72" name="Google Shape;372;p39"/>
          <p:cNvSpPr/>
          <p:nvPr/>
        </p:nvSpPr>
        <p:spPr>
          <a:xfrm>
            <a:off x="6627150" y="2964700"/>
            <a:ext cx="2265600" cy="8406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73" name="Google Shape;373;p39"/>
          <p:cNvSpPr/>
          <p:nvPr/>
        </p:nvSpPr>
        <p:spPr>
          <a:xfrm>
            <a:off x="6626850" y="1993200"/>
            <a:ext cx="2265600" cy="8406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74" name="Google Shape;374;p39"/>
          <p:cNvSpPr txBox="1">
            <a:spLocks noGrp="1"/>
          </p:cNvSpPr>
          <p:nvPr>
            <p:ph type="subTitle" idx="3"/>
          </p:nvPr>
        </p:nvSpPr>
        <p:spPr>
          <a:xfrm>
            <a:off x="251300" y="1021650"/>
            <a:ext cx="2265600" cy="84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sz="14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a:endParaRPr/>
          </a:p>
        </p:txBody>
      </p:sp>
      <p:sp>
        <p:nvSpPr>
          <p:cNvPr id="375" name="Google Shape;375;p39"/>
          <p:cNvSpPr txBox="1">
            <a:spLocks noGrp="1"/>
          </p:cNvSpPr>
          <p:nvPr>
            <p:ph type="subTitle" idx="4"/>
          </p:nvPr>
        </p:nvSpPr>
        <p:spPr>
          <a:xfrm>
            <a:off x="252550" y="1993188"/>
            <a:ext cx="2265600" cy="84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sz="14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a:endParaRPr/>
          </a:p>
        </p:txBody>
      </p:sp>
      <p:sp>
        <p:nvSpPr>
          <p:cNvPr id="376" name="Google Shape;376;p39"/>
          <p:cNvSpPr txBox="1">
            <a:spLocks noGrp="1"/>
          </p:cNvSpPr>
          <p:nvPr>
            <p:ph type="subTitle" idx="5"/>
          </p:nvPr>
        </p:nvSpPr>
        <p:spPr>
          <a:xfrm>
            <a:off x="252250" y="2964738"/>
            <a:ext cx="2265600" cy="84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sz="14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a:endParaRPr/>
          </a:p>
        </p:txBody>
      </p:sp>
      <p:sp>
        <p:nvSpPr>
          <p:cNvPr id="377" name="Google Shape;377;p39"/>
          <p:cNvSpPr txBox="1">
            <a:spLocks noGrp="1"/>
          </p:cNvSpPr>
          <p:nvPr>
            <p:ph type="subTitle" idx="6"/>
          </p:nvPr>
        </p:nvSpPr>
        <p:spPr>
          <a:xfrm>
            <a:off x="6627150" y="2964738"/>
            <a:ext cx="2265600" cy="84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sz="14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a:endParaRPr/>
          </a:p>
        </p:txBody>
      </p:sp>
      <p:sp>
        <p:nvSpPr>
          <p:cNvPr id="378" name="Google Shape;378;p39"/>
          <p:cNvSpPr txBox="1">
            <a:spLocks noGrp="1"/>
          </p:cNvSpPr>
          <p:nvPr>
            <p:ph type="subTitle" idx="7"/>
          </p:nvPr>
        </p:nvSpPr>
        <p:spPr>
          <a:xfrm>
            <a:off x="6626850" y="1993163"/>
            <a:ext cx="2265600" cy="84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sz="14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a:endParaRPr/>
          </a:p>
        </p:txBody>
      </p:sp>
      <p:sp>
        <p:nvSpPr>
          <p:cNvPr id="379" name="Google Shape;379;p39"/>
          <p:cNvSpPr txBox="1">
            <a:spLocks noGrp="1"/>
          </p:cNvSpPr>
          <p:nvPr>
            <p:ph type="subTitle" idx="8"/>
          </p:nvPr>
        </p:nvSpPr>
        <p:spPr>
          <a:xfrm>
            <a:off x="6628000" y="1021638"/>
            <a:ext cx="2265600" cy="84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sz="14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a:endParaRPr/>
          </a:p>
        </p:txBody>
      </p:sp>
      <p:sp>
        <p:nvSpPr>
          <p:cNvPr id="380" name="Google Shape;380;p39"/>
          <p:cNvSpPr/>
          <p:nvPr/>
        </p:nvSpPr>
        <p:spPr>
          <a:xfrm rot="5400000">
            <a:off x="8611250" y="4735800"/>
            <a:ext cx="321000" cy="494100"/>
          </a:xfrm>
          <a:prstGeom prst="round2SameRect">
            <a:avLst>
              <a:gd name="adj1" fmla="val 50000"/>
              <a:gd name="adj2"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81" name="Google Shape;381;p39"/>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Assignments">
  <p:cSld name="BIG_NUMBER_2">
    <p:spTree>
      <p:nvGrpSpPr>
        <p:cNvPr id="1" name="Shape 382"/>
        <p:cNvGrpSpPr/>
        <p:nvPr/>
      </p:nvGrpSpPr>
      <p:grpSpPr>
        <a:xfrm>
          <a:off x="0" y="0"/>
          <a:ext cx="0" cy="0"/>
          <a:chOff x="0" y="0"/>
          <a:chExt cx="0" cy="0"/>
        </a:xfrm>
      </p:grpSpPr>
      <p:sp>
        <p:nvSpPr>
          <p:cNvPr id="383" name="Google Shape;383;p40"/>
          <p:cNvSpPr/>
          <p:nvPr/>
        </p:nvSpPr>
        <p:spPr>
          <a:xfrm rot="5400000">
            <a:off x="4391175" y="560850"/>
            <a:ext cx="321000" cy="8851800"/>
          </a:xfrm>
          <a:prstGeom prst="round2SameRect">
            <a:avLst>
              <a:gd name="adj1" fmla="val 50000"/>
              <a:gd name="adj2"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384" name="Google Shape;384;p40"/>
          <p:cNvSpPr txBox="1">
            <a:spLocks noGrp="1"/>
          </p:cNvSpPr>
          <p:nvPr>
            <p:ph type="title"/>
          </p:nvPr>
        </p:nvSpPr>
        <p:spPr>
          <a:xfrm>
            <a:off x="122600" y="125600"/>
            <a:ext cx="5708400" cy="5439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Font typeface="Libre Baskerville"/>
              <a:buNone/>
              <a:defRPr sz="3600"/>
            </a:lvl2pPr>
            <a:lvl3pPr lvl="2">
              <a:spcBef>
                <a:spcPts val="0"/>
              </a:spcBef>
              <a:spcAft>
                <a:spcPts val="0"/>
              </a:spcAft>
              <a:buSzPts val="3600"/>
              <a:buFont typeface="Libre Baskerville"/>
              <a:buNone/>
              <a:defRPr sz="3600"/>
            </a:lvl3pPr>
            <a:lvl4pPr lvl="3">
              <a:spcBef>
                <a:spcPts val="0"/>
              </a:spcBef>
              <a:spcAft>
                <a:spcPts val="0"/>
              </a:spcAft>
              <a:buSzPts val="3600"/>
              <a:buFont typeface="Libre Baskerville"/>
              <a:buNone/>
              <a:defRPr sz="3600"/>
            </a:lvl4pPr>
            <a:lvl5pPr lvl="4">
              <a:spcBef>
                <a:spcPts val="0"/>
              </a:spcBef>
              <a:spcAft>
                <a:spcPts val="0"/>
              </a:spcAft>
              <a:buSzPts val="3600"/>
              <a:buFont typeface="Libre Baskerville"/>
              <a:buNone/>
              <a:defRPr sz="3600"/>
            </a:lvl5pPr>
            <a:lvl6pPr lvl="5">
              <a:spcBef>
                <a:spcPts val="0"/>
              </a:spcBef>
              <a:spcAft>
                <a:spcPts val="0"/>
              </a:spcAft>
              <a:buSzPts val="3600"/>
              <a:buFont typeface="Libre Baskerville"/>
              <a:buNone/>
              <a:defRPr sz="3600"/>
            </a:lvl6pPr>
            <a:lvl7pPr lvl="6">
              <a:spcBef>
                <a:spcPts val="0"/>
              </a:spcBef>
              <a:spcAft>
                <a:spcPts val="0"/>
              </a:spcAft>
              <a:buSzPts val="3600"/>
              <a:buFont typeface="Libre Baskerville"/>
              <a:buNone/>
              <a:defRPr sz="3600"/>
            </a:lvl7pPr>
            <a:lvl8pPr lvl="7">
              <a:spcBef>
                <a:spcPts val="0"/>
              </a:spcBef>
              <a:spcAft>
                <a:spcPts val="0"/>
              </a:spcAft>
              <a:buSzPts val="3600"/>
              <a:buFont typeface="Libre Baskerville"/>
              <a:buNone/>
              <a:defRPr sz="3600"/>
            </a:lvl8pPr>
            <a:lvl9pPr lvl="8">
              <a:spcBef>
                <a:spcPts val="0"/>
              </a:spcBef>
              <a:spcAft>
                <a:spcPts val="0"/>
              </a:spcAft>
              <a:buSzPts val="3600"/>
              <a:buFont typeface="Libre Baskerville"/>
              <a:buNone/>
              <a:defRPr sz="3600"/>
            </a:lvl9pPr>
          </a:lstStyle>
          <a:p>
            <a:endParaRPr/>
          </a:p>
        </p:txBody>
      </p:sp>
      <p:cxnSp>
        <p:nvCxnSpPr>
          <p:cNvPr id="385" name="Google Shape;385;p40"/>
          <p:cNvCxnSpPr/>
          <p:nvPr/>
        </p:nvCxnSpPr>
        <p:spPr>
          <a:xfrm>
            <a:off x="2762250" y="4827350"/>
            <a:ext cx="0" cy="316800"/>
          </a:xfrm>
          <a:prstGeom prst="straightConnector1">
            <a:avLst/>
          </a:prstGeom>
          <a:noFill/>
          <a:ln w="9525" cap="flat" cmpd="sng">
            <a:solidFill>
              <a:schemeClr val="dk1"/>
            </a:solidFill>
            <a:prstDash val="solid"/>
            <a:round/>
            <a:headEnd type="none" w="med" len="med"/>
            <a:tailEnd type="none" w="med" len="med"/>
          </a:ln>
        </p:spPr>
      </p:cxnSp>
      <p:sp>
        <p:nvSpPr>
          <p:cNvPr id="386" name="Google Shape;386;p40"/>
          <p:cNvSpPr txBox="1">
            <a:spLocks noGrp="1"/>
          </p:cNvSpPr>
          <p:nvPr>
            <p:ph type="subTitle" idx="1"/>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387" name="Google Shape;387;p40"/>
          <p:cNvSpPr txBox="1">
            <a:spLocks noGrp="1"/>
          </p:cNvSpPr>
          <p:nvPr>
            <p:ph type="subTitle" idx="2"/>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cxnSp>
        <p:nvCxnSpPr>
          <p:cNvPr id="388" name="Google Shape;388;p40"/>
          <p:cNvCxnSpPr/>
          <p:nvPr/>
        </p:nvCxnSpPr>
        <p:spPr>
          <a:xfrm>
            <a:off x="2642715" y="1649025"/>
            <a:ext cx="6251100" cy="6000"/>
          </a:xfrm>
          <a:prstGeom prst="straightConnector1">
            <a:avLst/>
          </a:prstGeom>
          <a:noFill/>
          <a:ln w="19050" cap="flat" cmpd="sng">
            <a:solidFill>
              <a:schemeClr val="dk1"/>
            </a:solidFill>
            <a:prstDash val="solid"/>
            <a:round/>
            <a:headEnd type="none" w="med" len="med"/>
            <a:tailEnd type="none" w="med" len="med"/>
          </a:ln>
        </p:spPr>
      </p:cxnSp>
      <p:cxnSp>
        <p:nvCxnSpPr>
          <p:cNvPr id="389" name="Google Shape;389;p40"/>
          <p:cNvCxnSpPr/>
          <p:nvPr/>
        </p:nvCxnSpPr>
        <p:spPr>
          <a:xfrm>
            <a:off x="2642600" y="3685725"/>
            <a:ext cx="6251100" cy="6000"/>
          </a:xfrm>
          <a:prstGeom prst="straightConnector1">
            <a:avLst/>
          </a:prstGeom>
          <a:noFill/>
          <a:ln w="19050" cap="flat" cmpd="sng">
            <a:solidFill>
              <a:schemeClr val="dk1"/>
            </a:solidFill>
            <a:prstDash val="solid"/>
            <a:round/>
            <a:headEnd type="none" w="med" len="med"/>
            <a:tailEnd type="none" w="med" len="med"/>
          </a:ln>
        </p:spPr>
      </p:cxnSp>
      <p:cxnSp>
        <p:nvCxnSpPr>
          <p:cNvPr id="390" name="Google Shape;390;p40"/>
          <p:cNvCxnSpPr/>
          <p:nvPr/>
        </p:nvCxnSpPr>
        <p:spPr>
          <a:xfrm>
            <a:off x="2642830" y="2327925"/>
            <a:ext cx="6251100" cy="6000"/>
          </a:xfrm>
          <a:prstGeom prst="straightConnector1">
            <a:avLst/>
          </a:prstGeom>
          <a:noFill/>
          <a:ln w="19050" cap="flat" cmpd="sng">
            <a:solidFill>
              <a:schemeClr val="dk1"/>
            </a:solidFill>
            <a:prstDash val="solid"/>
            <a:round/>
            <a:headEnd type="none" w="med" len="med"/>
            <a:tailEnd type="none" w="med" len="med"/>
          </a:ln>
        </p:spPr>
      </p:cxnSp>
      <p:cxnSp>
        <p:nvCxnSpPr>
          <p:cNvPr id="391" name="Google Shape;391;p40"/>
          <p:cNvCxnSpPr/>
          <p:nvPr/>
        </p:nvCxnSpPr>
        <p:spPr>
          <a:xfrm>
            <a:off x="2642830" y="3006825"/>
            <a:ext cx="6251100" cy="6000"/>
          </a:xfrm>
          <a:prstGeom prst="straightConnector1">
            <a:avLst/>
          </a:prstGeom>
          <a:noFill/>
          <a:ln w="19050" cap="flat" cmpd="sng">
            <a:solidFill>
              <a:schemeClr val="dk1"/>
            </a:solidFill>
            <a:prstDash val="solid"/>
            <a:round/>
            <a:headEnd type="none" w="med" len="med"/>
            <a:tailEnd type="none" w="med" len="med"/>
          </a:ln>
        </p:spPr>
      </p:cxnSp>
      <p:cxnSp>
        <p:nvCxnSpPr>
          <p:cNvPr id="392" name="Google Shape;392;p40"/>
          <p:cNvCxnSpPr/>
          <p:nvPr/>
        </p:nvCxnSpPr>
        <p:spPr>
          <a:xfrm>
            <a:off x="2642830" y="4364625"/>
            <a:ext cx="6251100" cy="6000"/>
          </a:xfrm>
          <a:prstGeom prst="straightConnector1">
            <a:avLst/>
          </a:prstGeom>
          <a:noFill/>
          <a:ln w="19050" cap="flat" cmpd="sng">
            <a:solidFill>
              <a:schemeClr val="dk1"/>
            </a:solidFill>
            <a:prstDash val="solid"/>
            <a:round/>
            <a:headEnd type="none" w="med" len="med"/>
            <a:tailEnd type="none" w="med" len="med"/>
          </a:ln>
        </p:spPr>
      </p:cxnSp>
      <p:sp>
        <p:nvSpPr>
          <p:cNvPr id="393" name="Google Shape;393;p40"/>
          <p:cNvSpPr>
            <a:spLocks noGrp="1"/>
          </p:cNvSpPr>
          <p:nvPr>
            <p:ph type="pic" idx="3"/>
          </p:nvPr>
        </p:nvSpPr>
        <p:spPr>
          <a:xfrm>
            <a:off x="1942950" y="1369100"/>
            <a:ext cx="573900" cy="570600"/>
          </a:xfrm>
          <a:prstGeom prst="roundRect">
            <a:avLst>
              <a:gd name="adj" fmla="val 16667"/>
            </a:avLst>
          </a:prstGeom>
          <a:noFill/>
          <a:ln>
            <a:noFill/>
          </a:ln>
        </p:spPr>
      </p:sp>
      <p:sp>
        <p:nvSpPr>
          <p:cNvPr id="394" name="Google Shape;394;p40"/>
          <p:cNvSpPr txBox="1">
            <a:spLocks noGrp="1"/>
          </p:cNvSpPr>
          <p:nvPr>
            <p:ph type="title" idx="4"/>
          </p:nvPr>
        </p:nvSpPr>
        <p:spPr>
          <a:xfrm>
            <a:off x="251400" y="1487175"/>
            <a:ext cx="1593900" cy="176400"/>
          </a:xfrm>
          <a:prstGeom prst="rect">
            <a:avLst/>
          </a:prstGeom>
        </p:spPr>
        <p:txBody>
          <a:bodyPr spcFirstLastPara="1" wrap="square" lIns="0" tIns="0" rIns="0" bIns="0" anchor="t" anchorCtr="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a:endParaRPr/>
          </a:p>
        </p:txBody>
      </p:sp>
      <p:sp>
        <p:nvSpPr>
          <p:cNvPr id="395" name="Google Shape;395;p40"/>
          <p:cNvSpPr txBox="1">
            <a:spLocks noGrp="1"/>
          </p:cNvSpPr>
          <p:nvPr>
            <p:ph type="subTitle" idx="5"/>
          </p:nvPr>
        </p:nvSpPr>
        <p:spPr>
          <a:xfrm>
            <a:off x="251509" y="1663525"/>
            <a:ext cx="1593900" cy="158100"/>
          </a:xfrm>
          <a:prstGeom prst="rect">
            <a:avLst/>
          </a:prstGeom>
        </p:spPr>
        <p:txBody>
          <a:bodyPr spcFirstLastPara="1" wrap="square" lIns="0" tIns="0" rIns="0" bIns="0" anchor="t" anchorCtr="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a:endParaRPr/>
          </a:p>
        </p:txBody>
      </p:sp>
      <p:sp>
        <p:nvSpPr>
          <p:cNvPr id="396" name="Google Shape;396;p40"/>
          <p:cNvSpPr>
            <a:spLocks noGrp="1"/>
          </p:cNvSpPr>
          <p:nvPr>
            <p:ph type="pic" idx="6"/>
          </p:nvPr>
        </p:nvSpPr>
        <p:spPr>
          <a:xfrm>
            <a:off x="1943050" y="3402238"/>
            <a:ext cx="573900" cy="570600"/>
          </a:xfrm>
          <a:prstGeom prst="roundRect">
            <a:avLst>
              <a:gd name="adj" fmla="val 16667"/>
            </a:avLst>
          </a:prstGeom>
          <a:noFill/>
          <a:ln>
            <a:noFill/>
          </a:ln>
        </p:spPr>
      </p:sp>
      <p:sp>
        <p:nvSpPr>
          <p:cNvPr id="397" name="Google Shape;397;p40"/>
          <p:cNvSpPr txBox="1">
            <a:spLocks noGrp="1"/>
          </p:cNvSpPr>
          <p:nvPr>
            <p:ph type="title" idx="7"/>
          </p:nvPr>
        </p:nvSpPr>
        <p:spPr>
          <a:xfrm>
            <a:off x="251500" y="2163700"/>
            <a:ext cx="1593900" cy="176400"/>
          </a:xfrm>
          <a:prstGeom prst="rect">
            <a:avLst/>
          </a:prstGeom>
        </p:spPr>
        <p:txBody>
          <a:bodyPr spcFirstLastPara="1" wrap="square" lIns="0" tIns="0" rIns="0" bIns="0" anchor="t" anchorCtr="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a:endParaRPr/>
          </a:p>
        </p:txBody>
      </p:sp>
      <p:sp>
        <p:nvSpPr>
          <p:cNvPr id="398" name="Google Shape;398;p40"/>
          <p:cNvSpPr txBox="1">
            <a:spLocks noGrp="1"/>
          </p:cNvSpPr>
          <p:nvPr>
            <p:ph type="subTitle" idx="8"/>
          </p:nvPr>
        </p:nvSpPr>
        <p:spPr>
          <a:xfrm>
            <a:off x="251609" y="2340050"/>
            <a:ext cx="1593900" cy="158100"/>
          </a:xfrm>
          <a:prstGeom prst="rect">
            <a:avLst/>
          </a:prstGeom>
        </p:spPr>
        <p:txBody>
          <a:bodyPr spcFirstLastPara="1" wrap="square" lIns="0" tIns="0" rIns="0" bIns="0" anchor="t" anchorCtr="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a:endParaRPr/>
          </a:p>
        </p:txBody>
      </p:sp>
      <p:sp>
        <p:nvSpPr>
          <p:cNvPr id="399" name="Google Shape;399;p40"/>
          <p:cNvSpPr>
            <a:spLocks noGrp="1"/>
          </p:cNvSpPr>
          <p:nvPr>
            <p:ph type="pic" idx="9"/>
          </p:nvPr>
        </p:nvSpPr>
        <p:spPr>
          <a:xfrm>
            <a:off x="1942950" y="2724525"/>
            <a:ext cx="573900" cy="570600"/>
          </a:xfrm>
          <a:prstGeom prst="roundRect">
            <a:avLst>
              <a:gd name="adj" fmla="val 16667"/>
            </a:avLst>
          </a:prstGeom>
          <a:noFill/>
          <a:ln>
            <a:noFill/>
          </a:ln>
        </p:spPr>
      </p:sp>
      <p:sp>
        <p:nvSpPr>
          <p:cNvPr id="400" name="Google Shape;400;p40"/>
          <p:cNvSpPr txBox="1">
            <a:spLocks noGrp="1"/>
          </p:cNvSpPr>
          <p:nvPr>
            <p:ph type="title" idx="13"/>
          </p:nvPr>
        </p:nvSpPr>
        <p:spPr>
          <a:xfrm>
            <a:off x="251400" y="2842600"/>
            <a:ext cx="1593900" cy="176400"/>
          </a:xfrm>
          <a:prstGeom prst="rect">
            <a:avLst/>
          </a:prstGeom>
        </p:spPr>
        <p:txBody>
          <a:bodyPr spcFirstLastPara="1" wrap="square" lIns="0" tIns="0" rIns="0" bIns="0" anchor="t" anchorCtr="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a:endParaRPr/>
          </a:p>
        </p:txBody>
      </p:sp>
      <p:sp>
        <p:nvSpPr>
          <p:cNvPr id="401" name="Google Shape;401;p40"/>
          <p:cNvSpPr txBox="1">
            <a:spLocks noGrp="1"/>
          </p:cNvSpPr>
          <p:nvPr>
            <p:ph type="subTitle" idx="14"/>
          </p:nvPr>
        </p:nvSpPr>
        <p:spPr>
          <a:xfrm>
            <a:off x="251509" y="3018950"/>
            <a:ext cx="1593900" cy="158100"/>
          </a:xfrm>
          <a:prstGeom prst="rect">
            <a:avLst/>
          </a:prstGeom>
        </p:spPr>
        <p:txBody>
          <a:bodyPr spcFirstLastPara="1" wrap="square" lIns="0" tIns="0" rIns="0" bIns="0" anchor="t" anchorCtr="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a:endParaRPr/>
          </a:p>
        </p:txBody>
      </p:sp>
      <p:sp>
        <p:nvSpPr>
          <p:cNvPr id="402" name="Google Shape;402;p40"/>
          <p:cNvSpPr>
            <a:spLocks noGrp="1"/>
          </p:cNvSpPr>
          <p:nvPr>
            <p:ph type="pic" idx="15"/>
          </p:nvPr>
        </p:nvSpPr>
        <p:spPr>
          <a:xfrm>
            <a:off x="1942950" y="2046800"/>
            <a:ext cx="573900" cy="570600"/>
          </a:xfrm>
          <a:prstGeom prst="roundRect">
            <a:avLst>
              <a:gd name="adj" fmla="val 16667"/>
            </a:avLst>
          </a:prstGeom>
          <a:noFill/>
          <a:ln>
            <a:noFill/>
          </a:ln>
        </p:spPr>
      </p:sp>
      <p:sp>
        <p:nvSpPr>
          <p:cNvPr id="403" name="Google Shape;403;p40"/>
          <p:cNvSpPr txBox="1">
            <a:spLocks noGrp="1"/>
          </p:cNvSpPr>
          <p:nvPr>
            <p:ph type="title" idx="16"/>
          </p:nvPr>
        </p:nvSpPr>
        <p:spPr>
          <a:xfrm>
            <a:off x="251400" y="3520313"/>
            <a:ext cx="1593900" cy="176400"/>
          </a:xfrm>
          <a:prstGeom prst="rect">
            <a:avLst/>
          </a:prstGeom>
        </p:spPr>
        <p:txBody>
          <a:bodyPr spcFirstLastPara="1" wrap="square" lIns="0" tIns="0" rIns="0" bIns="0" anchor="t" anchorCtr="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a:endParaRPr/>
          </a:p>
        </p:txBody>
      </p:sp>
      <p:sp>
        <p:nvSpPr>
          <p:cNvPr id="404" name="Google Shape;404;p40"/>
          <p:cNvSpPr txBox="1">
            <a:spLocks noGrp="1"/>
          </p:cNvSpPr>
          <p:nvPr>
            <p:ph type="subTitle" idx="17"/>
          </p:nvPr>
        </p:nvSpPr>
        <p:spPr>
          <a:xfrm>
            <a:off x="251509" y="3696663"/>
            <a:ext cx="1593900" cy="158100"/>
          </a:xfrm>
          <a:prstGeom prst="rect">
            <a:avLst/>
          </a:prstGeom>
        </p:spPr>
        <p:txBody>
          <a:bodyPr spcFirstLastPara="1" wrap="square" lIns="0" tIns="0" rIns="0" bIns="0" anchor="t" anchorCtr="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a:endParaRPr/>
          </a:p>
        </p:txBody>
      </p:sp>
      <p:sp>
        <p:nvSpPr>
          <p:cNvPr id="405" name="Google Shape;405;p40"/>
          <p:cNvSpPr>
            <a:spLocks noGrp="1"/>
          </p:cNvSpPr>
          <p:nvPr>
            <p:ph type="pic" idx="18"/>
          </p:nvPr>
        </p:nvSpPr>
        <p:spPr>
          <a:xfrm>
            <a:off x="1942950" y="4079938"/>
            <a:ext cx="573900" cy="570600"/>
          </a:xfrm>
          <a:prstGeom prst="roundRect">
            <a:avLst>
              <a:gd name="adj" fmla="val 16667"/>
            </a:avLst>
          </a:prstGeom>
          <a:noFill/>
          <a:ln>
            <a:noFill/>
          </a:ln>
        </p:spPr>
      </p:sp>
      <p:sp>
        <p:nvSpPr>
          <p:cNvPr id="406" name="Google Shape;406;p40"/>
          <p:cNvSpPr txBox="1">
            <a:spLocks noGrp="1"/>
          </p:cNvSpPr>
          <p:nvPr>
            <p:ph type="title" idx="19"/>
          </p:nvPr>
        </p:nvSpPr>
        <p:spPr>
          <a:xfrm>
            <a:off x="251400" y="4198013"/>
            <a:ext cx="1593900" cy="176400"/>
          </a:xfrm>
          <a:prstGeom prst="rect">
            <a:avLst/>
          </a:prstGeom>
        </p:spPr>
        <p:txBody>
          <a:bodyPr spcFirstLastPara="1" wrap="square" lIns="0" tIns="0" rIns="0" bIns="0" anchor="t" anchorCtr="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a:endParaRPr/>
          </a:p>
        </p:txBody>
      </p:sp>
      <p:sp>
        <p:nvSpPr>
          <p:cNvPr id="407" name="Google Shape;407;p40"/>
          <p:cNvSpPr txBox="1">
            <a:spLocks noGrp="1"/>
          </p:cNvSpPr>
          <p:nvPr>
            <p:ph type="subTitle" idx="20"/>
          </p:nvPr>
        </p:nvSpPr>
        <p:spPr>
          <a:xfrm>
            <a:off x="251509" y="4374363"/>
            <a:ext cx="1593900" cy="158100"/>
          </a:xfrm>
          <a:prstGeom prst="rect">
            <a:avLst/>
          </a:prstGeom>
        </p:spPr>
        <p:txBody>
          <a:bodyPr spcFirstLastPara="1" wrap="square" lIns="0" tIns="0" rIns="0" bIns="0" anchor="t" anchorCtr="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a:endParaRPr/>
          </a:p>
        </p:txBody>
      </p:sp>
      <p:sp>
        <p:nvSpPr>
          <p:cNvPr id="408" name="Google Shape;408;p40"/>
          <p:cNvSpPr/>
          <p:nvPr/>
        </p:nvSpPr>
        <p:spPr>
          <a:xfrm rot="5400000">
            <a:off x="8611250" y="4735800"/>
            <a:ext cx="321000" cy="494100"/>
          </a:xfrm>
          <a:prstGeom prst="round2SameRect">
            <a:avLst>
              <a:gd name="adj1" fmla="val 50000"/>
              <a:gd name="adj2"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409" name="Google Shape;409;p40"/>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Input">
  <p:cSld name="BIG_NUMBER_1">
    <p:spTree>
      <p:nvGrpSpPr>
        <p:cNvPr id="1" name="Shape 410"/>
        <p:cNvGrpSpPr/>
        <p:nvPr/>
      </p:nvGrpSpPr>
      <p:grpSpPr>
        <a:xfrm>
          <a:off x="0" y="0"/>
          <a:ext cx="0" cy="0"/>
          <a:chOff x="0" y="0"/>
          <a:chExt cx="0" cy="0"/>
        </a:xfrm>
      </p:grpSpPr>
      <p:sp>
        <p:nvSpPr>
          <p:cNvPr id="411" name="Google Shape;411;p41"/>
          <p:cNvSpPr/>
          <p:nvPr/>
        </p:nvSpPr>
        <p:spPr>
          <a:xfrm rot="5400000">
            <a:off x="4391175" y="560850"/>
            <a:ext cx="321000" cy="8851800"/>
          </a:xfrm>
          <a:prstGeom prst="round2SameRect">
            <a:avLst>
              <a:gd name="adj1" fmla="val 50000"/>
              <a:gd name="adj2"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412" name="Google Shape;412;p41"/>
          <p:cNvSpPr txBox="1">
            <a:spLocks noGrp="1"/>
          </p:cNvSpPr>
          <p:nvPr>
            <p:ph type="title"/>
          </p:nvPr>
        </p:nvSpPr>
        <p:spPr>
          <a:xfrm>
            <a:off x="122600" y="125600"/>
            <a:ext cx="7176900" cy="5439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Font typeface="Libre Baskerville"/>
              <a:buNone/>
              <a:defRPr sz="3600"/>
            </a:lvl2pPr>
            <a:lvl3pPr lvl="2">
              <a:spcBef>
                <a:spcPts val="0"/>
              </a:spcBef>
              <a:spcAft>
                <a:spcPts val="0"/>
              </a:spcAft>
              <a:buSzPts val="3600"/>
              <a:buFont typeface="Libre Baskerville"/>
              <a:buNone/>
              <a:defRPr sz="3600"/>
            </a:lvl3pPr>
            <a:lvl4pPr lvl="3">
              <a:spcBef>
                <a:spcPts val="0"/>
              </a:spcBef>
              <a:spcAft>
                <a:spcPts val="0"/>
              </a:spcAft>
              <a:buSzPts val="3600"/>
              <a:buFont typeface="Libre Baskerville"/>
              <a:buNone/>
              <a:defRPr sz="3600"/>
            </a:lvl4pPr>
            <a:lvl5pPr lvl="4">
              <a:spcBef>
                <a:spcPts val="0"/>
              </a:spcBef>
              <a:spcAft>
                <a:spcPts val="0"/>
              </a:spcAft>
              <a:buSzPts val="3600"/>
              <a:buFont typeface="Libre Baskerville"/>
              <a:buNone/>
              <a:defRPr sz="3600"/>
            </a:lvl5pPr>
            <a:lvl6pPr lvl="5">
              <a:spcBef>
                <a:spcPts val="0"/>
              </a:spcBef>
              <a:spcAft>
                <a:spcPts val="0"/>
              </a:spcAft>
              <a:buSzPts val="3600"/>
              <a:buFont typeface="Libre Baskerville"/>
              <a:buNone/>
              <a:defRPr sz="3600"/>
            </a:lvl6pPr>
            <a:lvl7pPr lvl="6">
              <a:spcBef>
                <a:spcPts val="0"/>
              </a:spcBef>
              <a:spcAft>
                <a:spcPts val="0"/>
              </a:spcAft>
              <a:buSzPts val="3600"/>
              <a:buFont typeface="Libre Baskerville"/>
              <a:buNone/>
              <a:defRPr sz="3600"/>
            </a:lvl7pPr>
            <a:lvl8pPr lvl="7">
              <a:spcBef>
                <a:spcPts val="0"/>
              </a:spcBef>
              <a:spcAft>
                <a:spcPts val="0"/>
              </a:spcAft>
              <a:buSzPts val="3600"/>
              <a:buFont typeface="Libre Baskerville"/>
              <a:buNone/>
              <a:defRPr sz="3600"/>
            </a:lvl8pPr>
            <a:lvl9pPr lvl="8">
              <a:spcBef>
                <a:spcPts val="0"/>
              </a:spcBef>
              <a:spcAft>
                <a:spcPts val="0"/>
              </a:spcAft>
              <a:buSzPts val="3600"/>
              <a:buFont typeface="Libre Baskerville"/>
              <a:buNone/>
              <a:defRPr sz="3600"/>
            </a:lvl9pPr>
          </a:lstStyle>
          <a:p>
            <a:endParaRPr/>
          </a:p>
        </p:txBody>
      </p:sp>
      <p:cxnSp>
        <p:nvCxnSpPr>
          <p:cNvPr id="413" name="Google Shape;413;p41"/>
          <p:cNvCxnSpPr/>
          <p:nvPr/>
        </p:nvCxnSpPr>
        <p:spPr>
          <a:xfrm>
            <a:off x="2762250" y="4827350"/>
            <a:ext cx="0" cy="316800"/>
          </a:xfrm>
          <a:prstGeom prst="straightConnector1">
            <a:avLst/>
          </a:prstGeom>
          <a:noFill/>
          <a:ln w="9525" cap="flat" cmpd="sng">
            <a:solidFill>
              <a:schemeClr val="dk1"/>
            </a:solidFill>
            <a:prstDash val="solid"/>
            <a:round/>
            <a:headEnd type="none" w="med" len="med"/>
            <a:tailEnd type="none" w="med" len="med"/>
          </a:ln>
        </p:spPr>
      </p:cxnSp>
      <p:sp>
        <p:nvSpPr>
          <p:cNvPr id="414" name="Google Shape;414;p41"/>
          <p:cNvSpPr txBox="1">
            <a:spLocks noGrp="1"/>
          </p:cNvSpPr>
          <p:nvPr>
            <p:ph type="subTitle" idx="1"/>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415" name="Google Shape;415;p41"/>
          <p:cNvSpPr txBox="1">
            <a:spLocks noGrp="1"/>
          </p:cNvSpPr>
          <p:nvPr>
            <p:ph type="subTitle" idx="2"/>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416" name="Google Shape;416;p41"/>
          <p:cNvSpPr>
            <a:spLocks noGrp="1"/>
          </p:cNvSpPr>
          <p:nvPr>
            <p:ph type="pic" idx="3"/>
          </p:nvPr>
        </p:nvSpPr>
        <p:spPr>
          <a:xfrm>
            <a:off x="698650" y="1400050"/>
            <a:ext cx="573900" cy="570600"/>
          </a:xfrm>
          <a:prstGeom prst="roundRect">
            <a:avLst>
              <a:gd name="adj" fmla="val 16667"/>
            </a:avLst>
          </a:prstGeom>
          <a:noFill/>
          <a:ln>
            <a:noFill/>
          </a:ln>
        </p:spPr>
      </p:sp>
      <p:sp>
        <p:nvSpPr>
          <p:cNvPr id="417" name="Google Shape;417;p41"/>
          <p:cNvSpPr txBox="1">
            <a:spLocks noGrp="1"/>
          </p:cNvSpPr>
          <p:nvPr>
            <p:ph type="title" idx="4"/>
          </p:nvPr>
        </p:nvSpPr>
        <p:spPr>
          <a:xfrm>
            <a:off x="251400" y="2042625"/>
            <a:ext cx="1468200" cy="176400"/>
          </a:xfrm>
          <a:prstGeom prst="rect">
            <a:avLst/>
          </a:prstGeom>
        </p:spPr>
        <p:txBody>
          <a:bodyPr spcFirstLastPara="1" wrap="square" lIns="0" tIns="0" rIns="0" bIns="0" anchor="t" anchorCtr="0">
            <a:noAutofit/>
          </a:bodyPr>
          <a:lstStyle>
            <a:lvl1pPr lvl="0" algn="ctr">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418" name="Google Shape;418;p41"/>
          <p:cNvSpPr txBox="1">
            <a:spLocks noGrp="1"/>
          </p:cNvSpPr>
          <p:nvPr>
            <p:ph type="subTitle" idx="5"/>
          </p:nvPr>
        </p:nvSpPr>
        <p:spPr>
          <a:xfrm>
            <a:off x="251500" y="2218975"/>
            <a:ext cx="1468200" cy="158100"/>
          </a:xfrm>
          <a:prstGeom prst="rect">
            <a:avLst/>
          </a:prstGeom>
        </p:spPr>
        <p:txBody>
          <a:bodyPr spcFirstLastPara="1" wrap="square" lIns="0" tIns="0" rIns="0" bIns="0"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419" name="Google Shape;419;p41"/>
          <p:cNvSpPr>
            <a:spLocks noGrp="1"/>
          </p:cNvSpPr>
          <p:nvPr>
            <p:ph type="pic" idx="6"/>
          </p:nvPr>
        </p:nvSpPr>
        <p:spPr>
          <a:xfrm>
            <a:off x="6080550" y="1400050"/>
            <a:ext cx="573900" cy="570600"/>
          </a:xfrm>
          <a:prstGeom prst="roundRect">
            <a:avLst>
              <a:gd name="adj" fmla="val 16667"/>
            </a:avLst>
          </a:prstGeom>
          <a:noFill/>
          <a:ln>
            <a:noFill/>
          </a:ln>
        </p:spPr>
      </p:sp>
      <p:sp>
        <p:nvSpPr>
          <p:cNvPr id="420" name="Google Shape;420;p41"/>
          <p:cNvSpPr txBox="1">
            <a:spLocks noGrp="1"/>
          </p:cNvSpPr>
          <p:nvPr>
            <p:ph type="title" idx="7"/>
          </p:nvPr>
        </p:nvSpPr>
        <p:spPr>
          <a:xfrm>
            <a:off x="2028100" y="2042625"/>
            <a:ext cx="1468200" cy="176400"/>
          </a:xfrm>
          <a:prstGeom prst="rect">
            <a:avLst/>
          </a:prstGeom>
        </p:spPr>
        <p:txBody>
          <a:bodyPr spcFirstLastPara="1" wrap="square" lIns="0" tIns="0" rIns="0" bIns="0" anchor="t" anchorCtr="0">
            <a:noAutofit/>
          </a:bodyPr>
          <a:lstStyle>
            <a:lvl1pPr lvl="0" algn="ctr">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421" name="Google Shape;421;p41"/>
          <p:cNvSpPr txBox="1">
            <a:spLocks noGrp="1"/>
          </p:cNvSpPr>
          <p:nvPr>
            <p:ph type="subTitle" idx="8"/>
          </p:nvPr>
        </p:nvSpPr>
        <p:spPr>
          <a:xfrm>
            <a:off x="2028200" y="2218975"/>
            <a:ext cx="1468200" cy="158100"/>
          </a:xfrm>
          <a:prstGeom prst="rect">
            <a:avLst/>
          </a:prstGeom>
        </p:spPr>
        <p:txBody>
          <a:bodyPr spcFirstLastPara="1" wrap="square" lIns="0" tIns="0" rIns="0" bIns="0"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422" name="Google Shape;422;p41"/>
          <p:cNvSpPr>
            <a:spLocks noGrp="1"/>
          </p:cNvSpPr>
          <p:nvPr>
            <p:ph type="pic" idx="9"/>
          </p:nvPr>
        </p:nvSpPr>
        <p:spPr>
          <a:xfrm>
            <a:off x="4285500" y="1400050"/>
            <a:ext cx="573900" cy="570600"/>
          </a:xfrm>
          <a:prstGeom prst="roundRect">
            <a:avLst>
              <a:gd name="adj" fmla="val 16667"/>
            </a:avLst>
          </a:prstGeom>
          <a:noFill/>
          <a:ln>
            <a:noFill/>
          </a:ln>
        </p:spPr>
      </p:sp>
      <p:sp>
        <p:nvSpPr>
          <p:cNvPr id="423" name="Google Shape;423;p41"/>
          <p:cNvSpPr txBox="1">
            <a:spLocks noGrp="1"/>
          </p:cNvSpPr>
          <p:nvPr>
            <p:ph type="title" idx="13"/>
          </p:nvPr>
        </p:nvSpPr>
        <p:spPr>
          <a:xfrm>
            <a:off x="3838250" y="2042625"/>
            <a:ext cx="1468200" cy="176400"/>
          </a:xfrm>
          <a:prstGeom prst="rect">
            <a:avLst/>
          </a:prstGeom>
        </p:spPr>
        <p:txBody>
          <a:bodyPr spcFirstLastPara="1" wrap="square" lIns="0" tIns="0" rIns="0" bIns="0" anchor="t" anchorCtr="0">
            <a:noAutofit/>
          </a:bodyPr>
          <a:lstStyle>
            <a:lvl1pPr lvl="0" algn="ctr">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424" name="Google Shape;424;p41"/>
          <p:cNvSpPr txBox="1">
            <a:spLocks noGrp="1"/>
          </p:cNvSpPr>
          <p:nvPr>
            <p:ph type="subTitle" idx="14"/>
          </p:nvPr>
        </p:nvSpPr>
        <p:spPr>
          <a:xfrm>
            <a:off x="3838350" y="2218975"/>
            <a:ext cx="1468200" cy="158100"/>
          </a:xfrm>
          <a:prstGeom prst="rect">
            <a:avLst/>
          </a:prstGeom>
        </p:spPr>
        <p:txBody>
          <a:bodyPr spcFirstLastPara="1" wrap="square" lIns="0" tIns="0" rIns="0" bIns="0"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425" name="Google Shape;425;p41"/>
          <p:cNvSpPr>
            <a:spLocks noGrp="1"/>
          </p:cNvSpPr>
          <p:nvPr>
            <p:ph type="pic" idx="15"/>
          </p:nvPr>
        </p:nvSpPr>
        <p:spPr>
          <a:xfrm>
            <a:off x="2475250" y="1400050"/>
            <a:ext cx="573900" cy="570600"/>
          </a:xfrm>
          <a:prstGeom prst="roundRect">
            <a:avLst>
              <a:gd name="adj" fmla="val 16667"/>
            </a:avLst>
          </a:prstGeom>
          <a:noFill/>
          <a:ln>
            <a:noFill/>
          </a:ln>
        </p:spPr>
      </p:sp>
      <p:sp>
        <p:nvSpPr>
          <p:cNvPr id="426" name="Google Shape;426;p41"/>
          <p:cNvSpPr txBox="1">
            <a:spLocks noGrp="1"/>
          </p:cNvSpPr>
          <p:nvPr>
            <p:ph type="title" idx="16"/>
          </p:nvPr>
        </p:nvSpPr>
        <p:spPr>
          <a:xfrm>
            <a:off x="5633300" y="2042625"/>
            <a:ext cx="1468200" cy="176400"/>
          </a:xfrm>
          <a:prstGeom prst="rect">
            <a:avLst/>
          </a:prstGeom>
        </p:spPr>
        <p:txBody>
          <a:bodyPr spcFirstLastPara="1" wrap="square" lIns="0" tIns="0" rIns="0" bIns="0" anchor="t" anchorCtr="0">
            <a:noAutofit/>
          </a:bodyPr>
          <a:lstStyle>
            <a:lvl1pPr lvl="0" algn="ctr">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427" name="Google Shape;427;p41"/>
          <p:cNvSpPr txBox="1">
            <a:spLocks noGrp="1"/>
          </p:cNvSpPr>
          <p:nvPr>
            <p:ph type="subTitle" idx="17"/>
          </p:nvPr>
        </p:nvSpPr>
        <p:spPr>
          <a:xfrm>
            <a:off x="5633400" y="2218975"/>
            <a:ext cx="1468200" cy="158100"/>
          </a:xfrm>
          <a:prstGeom prst="rect">
            <a:avLst/>
          </a:prstGeom>
        </p:spPr>
        <p:txBody>
          <a:bodyPr spcFirstLastPara="1" wrap="square" lIns="0" tIns="0" rIns="0" bIns="0"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428" name="Google Shape;428;p41"/>
          <p:cNvSpPr>
            <a:spLocks noGrp="1"/>
          </p:cNvSpPr>
          <p:nvPr>
            <p:ph type="pic" idx="18"/>
          </p:nvPr>
        </p:nvSpPr>
        <p:spPr>
          <a:xfrm>
            <a:off x="7872450" y="1400050"/>
            <a:ext cx="573900" cy="570600"/>
          </a:xfrm>
          <a:prstGeom prst="roundRect">
            <a:avLst>
              <a:gd name="adj" fmla="val 16667"/>
            </a:avLst>
          </a:prstGeom>
          <a:noFill/>
          <a:ln>
            <a:noFill/>
          </a:ln>
        </p:spPr>
      </p:sp>
      <p:sp>
        <p:nvSpPr>
          <p:cNvPr id="429" name="Google Shape;429;p41"/>
          <p:cNvSpPr txBox="1">
            <a:spLocks noGrp="1"/>
          </p:cNvSpPr>
          <p:nvPr>
            <p:ph type="title" idx="19"/>
          </p:nvPr>
        </p:nvSpPr>
        <p:spPr>
          <a:xfrm>
            <a:off x="7425200" y="2042625"/>
            <a:ext cx="1468200" cy="176400"/>
          </a:xfrm>
          <a:prstGeom prst="rect">
            <a:avLst/>
          </a:prstGeom>
        </p:spPr>
        <p:txBody>
          <a:bodyPr spcFirstLastPara="1" wrap="square" lIns="0" tIns="0" rIns="0" bIns="0" anchor="t" anchorCtr="0">
            <a:noAutofit/>
          </a:bodyPr>
          <a:lstStyle>
            <a:lvl1pPr lvl="0" algn="ctr">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430" name="Google Shape;430;p41"/>
          <p:cNvSpPr txBox="1">
            <a:spLocks noGrp="1"/>
          </p:cNvSpPr>
          <p:nvPr>
            <p:ph type="subTitle" idx="20"/>
          </p:nvPr>
        </p:nvSpPr>
        <p:spPr>
          <a:xfrm>
            <a:off x="7425300" y="2218975"/>
            <a:ext cx="1468200" cy="158100"/>
          </a:xfrm>
          <a:prstGeom prst="rect">
            <a:avLst/>
          </a:prstGeom>
        </p:spPr>
        <p:txBody>
          <a:bodyPr spcFirstLastPara="1" wrap="square" lIns="0" tIns="0" rIns="0" bIns="0"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431" name="Google Shape;431;p41"/>
          <p:cNvSpPr/>
          <p:nvPr/>
        </p:nvSpPr>
        <p:spPr>
          <a:xfrm rot="5400000">
            <a:off x="8611250" y="4735800"/>
            <a:ext cx="321000" cy="494100"/>
          </a:xfrm>
          <a:prstGeom prst="round2SameRect">
            <a:avLst>
              <a:gd name="adj1" fmla="val 50000"/>
              <a:gd name="adj2"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432" name="Google Shape;432;p41"/>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What Went Well">
  <p:cSld name="CUSTOM">
    <p:spTree>
      <p:nvGrpSpPr>
        <p:cNvPr id="1" name="Shape 433"/>
        <p:cNvGrpSpPr/>
        <p:nvPr/>
      </p:nvGrpSpPr>
      <p:grpSpPr>
        <a:xfrm>
          <a:off x="0" y="0"/>
          <a:ext cx="0" cy="0"/>
          <a:chOff x="0" y="0"/>
          <a:chExt cx="0" cy="0"/>
        </a:xfrm>
      </p:grpSpPr>
      <p:sp>
        <p:nvSpPr>
          <p:cNvPr id="434" name="Google Shape;434;p42"/>
          <p:cNvSpPr/>
          <p:nvPr/>
        </p:nvSpPr>
        <p:spPr>
          <a:xfrm rot="5400000">
            <a:off x="4391175" y="560850"/>
            <a:ext cx="321000" cy="8851800"/>
          </a:xfrm>
          <a:prstGeom prst="round2SameRect">
            <a:avLst>
              <a:gd name="adj1" fmla="val 50000"/>
              <a:gd name="adj2"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435" name="Google Shape;435;p42"/>
          <p:cNvSpPr/>
          <p:nvPr/>
        </p:nvSpPr>
        <p:spPr>
          <a:xfrm>
            <a:off x="4907100" y="125600"/>
            <a:ext cx="4111200" cy="45759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2"/>
          <p:cNvSpPr txBox="1">
            <a:spLocks noGrp="1"/>
          </p:cNvSpPr>
          <p:nvPr>
            <p:ph type="body" idx="1"/>
          </p:nvPr>
        </p:nvSpPr>
        <p:spPr>
          <a:xfrm>
            <a:off x="5218050" y="1222400"/>
            <a:ext cx="3489300" cy="2382300"/>
          </a:xfrm>
          <a:prstGeom prst="rect">
            <a:avLst/>
          </a:prstGeom>
        </p:spPr>
        <p:txBody>
          <a:bodyPr spcFirstLastPara="1" wrap="square" lIns="91425" tIns="91425" rIns="91425" bIns="91425" anchor="ctr" anchorCtr="0">
            <a:noAutofit/>
          </a:bodyPr>
          <a:lstStyle>
            <a:lvl1pPr marL="457200" lvl="0" indent="-317500">
              <a:spcBef>
                <a:spcPts val="0"/>
              </a:spcBef>
              <a:spcAft>
                <a:spcPts val="0"/>
              </a:spcAft>
              <a:buSzPts val="1400"/>
              <a:buFont typeface="Libre Baskerville"/>
              <a:buChar char="●"/>
              <a:defRPr>
                <a:latin typeface="Libre Baskerville"/>
                <a:ea typeface="Libre Baskerville"/>
                <a:cs typeface="Libre Baskerville"/>
                <a:sym typeface="Libre Baskerville"/>
              </a:defRPr>
            </a:lvl1pPr>
            <a:lvl2pPr marL="914400" lvl="1" indent="-317500">
              <a:spcBef>
                <a:spcPts val="0"/>
              </a:spcBef>
              <a:spcAft>
                <a:spcPts val="0"/>
              </a:spcAft>
              <a:buSzPts val="1400"/>
              <a:buFont typeface="Libre Baskerville"/>
              <a:buChar char="○"/>
              <a:defRPr>
                <a:latin typeface="Libre Baskerville"/>
                <a:ea typeface="Libre Baskerville"/>
                <a:cs typeface="Libre Baskerville"/>
                <a:sym typeface="Libre Baskerville"/>
              </a:defRPr>
            </a:lvl2pPr>
            <a:lvl3pPr marL="1371600" lvl="2" indent="-317500">
              <a:spcBef>
                <a:spcPts val="0"/>
              </a:spcBef>
              <a:spcAft>
                <a:spcPts val="0"/>
              </a:spcAft>
              <a:buSzPts val="1400"/>
              <a:buFont typeface="Libre Baskerville"/>
              <a:buChar char="■"/>
              <a:defRPr>
                <a:latin typeface="Libre Baskerville"/>
                <a:ea typeface="Libre Baskerville"/>
                <a:cs typeface="Libre Baskerville"/>
                <a:sym typeface="Libre Baskerville"/>
              </a:defRPr>
            </a:lvl3pPr>
            <a:lvl4pPr marL="1828800" lvl="3" indent="-317500">
              <a:spcBef>
                <a:spcPts val="0"/>
              </a:spcBef>
              <a:spcAft>
                <a:spcPts val="0"/>
              </a:spcAft>
              <a:buSzPts val="1400"/>
              <a:buFont typeface="Libre Baskerville"/>
              <a:buChar char="●"/>
              <a:defRPr>
                <a:latin typeface="Libre Baskerville"/>
                <a:ea typeface="Libre Baskerville"/>
                <a:cs typeface="Libre Baskerville"/>
                <a:sym typeface="Libre Baskerville"/>
              </a:defRPr>
            </a:lvl4pPr>
            <a:lvl5pPr marL="2286000" lvl="4" indent="-317500">
              <a:spcBef>
                <a:spcPts val="0"/>
              </a:spcBef>
              <a:spcAft>
                <a:spcPts val="0"/>
              </a:spcAft>
              <a:buSzPts val="1400"/>
              <a:buFont typeface="Libre Baskerville"/>
              <a:buChar char="○"/>
              <a:defRPr>
                <a:latin typeface="Libre Baskerville"/>
                <a:ea typeface="Libre Baskerville"/>
                <a:cs typeface="Libre Baskerville"/>
                <a:sym typeface="Libre Baskerville"/>
              </a:defRPr>
            </a:lvl5pPr>
            <a:lvl6pPr marL="2743200" lvl="5" indent="-317500">
              <a:spcBef>
                <a:spcPts val="0"/>
              </a:spcBef>
              <a:spcAft>
                <a:spcPts val="0"/>
              </a:spcAft>
              <a:buSzPts val="1400"/>
              <a:buFont typeface="Libre Baskerville"/>
              <a:buChar char="■"/>
              <a:defRPr>
                <a:latin typeface="Libre Baskerville"/>
                <a:ea typeface="Libre Baskerville"/>
                <a:cs typeface="Libre Baskerville"/>
                <a:sym typeface="Libre Baskerville"/>
              </a:defRPr>
            </a:lvl6pPr>
            <a:lvl7pPr marL="3200400" lvl="6" indent="-317500">
              <a:spcBef>
                <a:spcPts val="0"/>
              </a:spcBef>
              <a:spcAft>
                <a:spcPts val="0"/>
              </a:spcAft>
              <a:buSzPts val="1400"/>
              <a:buFont typeface="Libre Baskerville"/>
              <a:buChar char="●"/>
              <a:defRPr>
                <a:latin typeface="Libre Baskerville"/>
                <a:ea typeface="Libre Baskerville"/>
                <a:cs typeface="Libre Baskerville"/>
                <a:sym typeface="Libre Baskerville"/>
              </a:defRPr>
            </a:lvl7pPr>
            <a:lvl8pPr marL="3657600" lvl="7" indent="-317500">
              <a:spcBef>
                <a:spcPts val="0"/>
              </a:spcBef>
              <a:spcAft>
                <a:spcPts val="0"/>
              </a:spcAft>
              <a:buSzPts val="1400"/>
              <a:buFont typeface="Libre Baskerville"/>
              <a:buChar char="○"/>
              <a:defRPr>
                <a:latin typeface="Libre Baskerville"/>
                <a:ea typeface="Libre Baskerville"/>
                <a:cs typeface="Libre Baskerville"/>
                <a:sym typeface="Libre Baskerville"/>
              </a:defRPr>
            </a:lvl8pPr>
            <a:lvl9pPr marL="4114800" lvl="8" indent="-317500">
              <a:spcBef>
                <a:spcPts val="0"/>
              </a:spcBef>
              <a:spcAft>
                <a:spcPts val="0"/>
              </a:spcAft>
              <a:buSzPts val="1400"/>
              <a:buFont typeface="Libre Baskerville"/>
              <a:buChar char="■"/>
              <a:defRPr>
                <a:latin typeface="Libre Baskerville"/>
                <a:ea typeface="Libre Baskerville"/>
                <a:cs typeface="Libre Baskerville"/>
                <a:sym typeface="Libre Baskerville"/>
              </a:defRPr>
            </a:lvl9pPr>
          </a:lstStyle>
          <a:p>
            <a:endParaRPr/>
          </a:p>
        </p:txBody>
      </p:sp>
      <p:sp>
        <p:nvSpPr>
          <p:cNvPr id="437" name="Google Shape;437;p42"/>
          <p:cNvSpPr txBox="1">
            <a:spLocks noGrp="1"/>
          </p:cNvSpPr>
          <p:nvPr>
            <p:ph type="title"/>
          </p:nvPr>
        </p:nvSpPr>
        <p:spPr>
          <a:xfrm>
            <a:off x="125700" y="125600"/>
            <a:ext cx="4580100" cy="16851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atin typeface="Roboto"/>
                <a:ea typeface="Roboto"/>
                <a:cs typeface="Roboto"/>
                <a:sym typeface="Roboto"/>
              </a:defRPr>
            </a:lvl2pPr>
            <a:lvl3pPr lvl="2">
              <a:spcBef>
                <a:spcPts val="0"/>
              </a:spcBef>
              <a:spcAft>
                <a:spcPts val="0"/>
              </a:spcAft>
              <a:buSzPts val="1400"/>
              <a:buNone/>
              <a:defRPr>
                <a:latin typeface="Roboto"/>
                <a:ea typeface="Roboto"/>
                <a:cs typeface="Roboto"/>
                <a:sym typeface="Roboto"/>
              </a:defRPr>
            </a:lvl3pPr>
            <a:lvl4pPr lvl="3">
              <a:spcBef>
                <a:spcPts val="0"/>
              </a:spcBef>
              <a:spcAft>
                <a:spcPts val="0"/>
              </a:spcAft>
              <a:buSzPts val="1400"/>
              <a:buNone/>
              <a:defRPr>
                <a:latin typeface="Roboto"/>
                <a:ea typeface="Roboto"/>
                <a:cs typeface="Roboto"/>
                <a:sym typeface="Roboto"/>
              </a:defRPr>
            </a:lvl4pPr>
            <a:lvl5pPr lvl="4">
              <a:spcBef>
                <a:spcPts val="0"/>
              </a:spcBef>
              <a:spcAft>
                <a:spcPts val="0"/>
              </a:spcAft>
              <a:buSzPts val="1400"/>
              <a:buNone/>
              <a:defRPr>
                <a:latin typeface="Roboto"/>
                <a:ea typeface="Roboto"/>
                <a:cs typeface="Roboto"/>
                <a:sym typeface="Roboto"/>
              </a:defRPr>
            </a:lvl5pPr>
            <a:lvl6pPr lvl="5">
              <a:spcBef>
                <a:spcPts val="0"/>
              </a:spcBef>
              <a:spcAft>
                <a:spcPts val="0"/>
              </a:spcAft>
              <a:buSzPts val="1400"/>
              <a:buNone/>
              <a:defRPr>
                <a:latin typeface="Roboto"/>
                <a:ea typeface="Roboto"/>
                <a:cs typeface="Roboto"/>
                <a:sym typeface="Roboto"/>
              </a:defRPr>
            </a:lvl6pPr>
            <a:lvl7pPr lvl="6">
              <a:spcBef>
                <a:spcPts val="0"/>
              </a:spcBef>
              <a:spcAft>
                <a:spcPts val="0"/>
              </a:spcAft>
              <a:buSzPts val="1400"/>
              <a:buNone/>
              <a:defRPr>
                <a:latin typeface="Roboto"/>
                <a:ea typeface="Roboto"/>
                <a:cs typeface="Roboto"/>
                <a:sym typeface="Roboto"/>
              </a:defRPr>
            </a:lvl7pPr>
            <a:lvl8pPr lvl="7">
              <a:spcBef>
                <a:spcPts val="0"/>
              </a:spcBef>
              <a:spcAft>
                <a:spcPts val="0"/>
              </a:spcAft>
              <a:buSzPts val="1400"/>
              <a:buNone/>
              <a:defRPr>
                <a:latin typeface="Roboto"/>
                <a:ea typeface="Roboto"/>
                <a:cs typeface="Roboto"/>
                <a:sym typeface="Roboto"/>
              </a:defRPr>
            </a:lvl8pPr>
            <a:lvl9pPr lvl="8">
              <a:spcBef>
                <a:spcPts val="0"/>
              </a:spcBef>
              <a:spcAft>
                <a:spcPts val="0"/>
              </a:spcAft>
              <a:buSzPts val="1400"/>
              <a:buNone/>
              <a:defRPr>
                <a:latin typeface="Roboto"/>
                <a:ea typeface="Roboto"/>
                <a:cs typeface="Roboto"/>
                <a:sym typeface="Roboto"/>
              </a:defRPr>
            </a:lvl9pPr>
          </a:lstStyle>
          <a:p>
            <a:endParaRPr/>
          </a:p>
        </p:txBody>
      </p:sp>
      <p:cxnSp>
        <p:nvCxnSpPr>
          <p:cNvPr id="438" name="Google Shape;438;p42"/>
          <p:cNvCxnSpPr/>
          <p:nvPr/>
        </p:nvCxnSpPr>
        <p:spPr>
          <a:xfrm>
            <a:off x="2762250" y="4827350"/>
            <a:ext cx="0" cy="316800"/>
          </a:xfrm>
          <a:prstGeom prst="straightConnector1">
            <a:avLst/>
          </a:prstGeom>
          <a:noFill/>
          <a:ln w="9525" cap="flat" cmpd="sng">
            <a:solidFill>
              <a:schemeClr val="dk1"/>
            </a:solidFill>
            <a:prstDash val="solid"/>
            <a:round/>
            <a:headEnd type="none" w="med" len="med"/>
            <a:tailEnd type="none" w="med" len="med"/>
          </a:ln>
        </p:spPr>
      </p:cxnSp>
      <p:sp>
        <p:nvSpPr>
          <p:cNvPr id="439" name="Google Shape;439;p42"/>
          <p:cNvSpPr txBox="1">
            <a:spLocks noGrp="1"/>
          </p:cNvSpPr>
          <p:nvPr>
            <p:ph type="subTitle" idx="2"/>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440" name="Google Shape;440;p42"/>
          <p:cNvSpPr txBox="1">
            <a:spLocks noGrp="1"/>
          </p:cNvSpPr>
          <p:nvPr>
            <p:ph type="subTitle" idx="3"/>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441" name="Google Shape;441;p42"/>
          <p:cNvSpPr/>
          <p:nvPr/>
        </p:nvSpPr>
        <p:spPr>
          <a:xfrm rot="-1123229">
            <a:off x="102017" y="4023335"/>
            <a:ext cx="1809188" cy="603006"/>
          </a:xfrm>
          <a:prstGeom prst="flowChartTerminator">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100">
              <a:latin typeface="Roboto"/>
              <a:ea typeface="Roboto"/>
              <a:cs typeface="Roboto"/>
              <a:sym typeface="Roboto"/>
            </a:endParaRPr>
          </a:p>
        </p:txBody>
      </p:sp>
      <p:sp>
        <p:nvSpPr>
          <p:cNvPr id="442" name="Google Shape;442;p42"/>
          <p:cNvSpPr/>
          <p:nvPr/>
        </p:nvSpPr>
        <p:spPr>
          <a:xfrm rot="127976">
            <a:off x="1454075" y="3264996"/>
            <a:ext cx="1809282" cy="603003"/>
          </a:xfrm>
          <a:prstGeom prst="flowChartTerminator">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100">
              <a:latin typeface="Roboto"/>
              <a:ea typeface="Roboto"/>
              <a:cs typeface="Roboto"/>
              <a:sym typeface="Roboto"/>
            </a:endParaRPr>
          </a:p>
        </p:txBody>
      </p:sp>
      <p:sp>
        <p:nvSpPr>
          <p:cNvPr id="443" name="Google Shape;443;p42"/>
          <p:cNvSpPr/>
          <p:nvPr/>
        </p:nvSpPr>
        <p:spPr>
          <a:xfrm rot="-1085817">
            <a:off x="1738007" y="4031653"/>
            <a:ext cx="1809180" cy="602992"/>
          </a:xfrm>
          <a:prstGeom prst="flowChartTerminator">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100">
              <a:solidFill>
                <a:srgbClr val="FFFFFF"/>
              </a:solidFill>
              <a:latin typeface="Roboto"/>
              <a:ea typeface="Roboto"/>
              <a:cs typeface="Roboto"/>
              <a:sym typeface="Roboto"/>
            </a:endParaRPr>
          </a:p>
        </p:txBody>
      </p:sp>
      <p:sp>
        <p:nvSpPr>
          <p:cNvPr id="444" name="Google Shape;444;p42"/>
          <p:cNvSpPr/>
          <p:nvPr/>
        </p:nvSpPr>
        <p:spPr>
          <a:xfrm rot="2535455">
            <a:off x="3182763" y="3812669"/>
            <a:ext cx="1809195" cy="603002"/>
          </a:xfrm>
          <a:prstGeom prst="flowChartTerminator">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100">
              <a:latin typeface="Roboto"/>
              <a:ea typeface="Roboto"/>
              <a:cs typeface="Roboto"/>
              <a:sym typeface="Roboto"/>
            </a:endParaRPr>
          </a:p>
        </p:txBody>
      </p:sp>
      <p:sp>
        <p:nvSpPr>
          <p:cNvPr id="445" name="Google Shape;445;p42"/>
          <p:cNvSpPr/>
          <p:nvPr/>
        </p:nvSpPr>
        <p:spPr>
          <a:xfrm rot="5400000">
            <a:off x="8611250" y="4735800"/>
            <a:ext cx="321000" cy="494100"/>
          </a:xfrm>
          <a:prstGeom prst="round2SameRect">
            <a:avLst>
              <a:gd name="adj1" fmla="val 50000"/>
              <a:gd name="adj2"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446" name="Google Shape;446;p42"/>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What Could Be Better">
  <p:cSld name="CUSTOM_11">
    <p:spTree>
      <p:nvGrpSpPr>
        <p:cNvPr id="1" name="Shape 447"/>
        <p:cNvGrpSpPr/>
        <p:nvPr/>
      </p:nvGrpSpPr>
      <p:grpSpPr>
        <a:xfrm>
          <a:off x="0" y="0"/>
          <a:ext cx="0" cy="0"/>
          <a:chOff x="0" y="0"/>
          <a:chExt cx="0" cy="0"/>
        </a:xfrm>
      </p:grpSpPr>
      <p:sp>
        <p:nvSpPr>
          <p:cNvPr id="448" name="Google Shape;448;p43"/>
          <p:cNvSpPr/>
          <p:nvPr/>
        </p:nvSpPr>
        <p:spPr>
          <a:xfrm rot="5400000">
            <a:off x="4391175" y="560850"/>
            <a:ext cx="321000" cy="8851800"/>
          </a:xfrm>
          <a:prstGeom prst="round2SameRect">
            <a:avLst>
              <a:gd name="adj1" fmla="val 50000"/>
              <a:gd name="adj2"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449" name="Google Shape;449;p43"/>
          <p:cNvSpPr/>
          <p:nvPr/>
        </p:nvSpPr>
        <p:spPr>
          <a:xfrm>
            <a:off x="4907100" y="125600"/>
            <a:ext cx="4111200" cy="45759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3"/>
          <p:cNvSpPr txBox="1">
            <a:spLocks noGrp="1"/>
          </p:cNvSpPr>
          <p:nvPr>
            <p:ph type="title"/>
          </p:nvPr>
        </p:nvSpPr>
        <p:spPr>
          <a:xfrm>
            <a:off x="125700" y="125600"/>
            <a:ext cx="4580100" cy="16851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atin typeface="Roboto"/>
                <a:ea typeface="Roboto"/>
                <a:cs typeface="Roboto"/>
                <a:sym typeface="Roboto"/>
              </a:defRPr>
            </a:lvl2pPr>
            <a:lvl3pPr lvl="2">
              <a:spcBef>
                <a:spcPts val="0"/>
              </a:spcBef>
              <a:spcAft>
                <a:spcPts val="0"/>
              </a:spcAft>
              <a:buSzPts val="1400"/>
              <a:buNone/>
              <a:defRPr>
                <a:latin typeface="Roboto"/>
                <a:ea typeface="Roboto"/>
                <a:cs typeface="Roboto"/>
                <a:sym typeface="Roboto"/>
              </a:defRPr>
            </a:lvl3pPr>
            <a:lvl4pPr lvl="3">
              <a:spcBef>
                <a:spcPts val="0"/>
              </a:spcBef>
              <a:spcAft>
                <a:spcPts val="0"/>
              </a:spcAft>
              <a:buSzPts val="1400"/>
              <a:buNone/>
              <a:defRPr>
                <a:latin typeface="Roboto"/>
                <a:ea typeface="Roboto"/>
                <a:cs typeface="Roboto"/>
                <a:sym typeface="Roboto"/>
              </a:defRPr>
            </a:lvl4pPr>
            <a:lvl5pPr lvl="4">
              <a:spcBef>
                <a:spcPts val="0"/>
              </a:spcBef>
              <a:spcAft>
                <a:spcPts val="0"/>
              </a:spcAft>
              <a:buSzPts val="1400"/>
              <a:buNone/>
              <a:defRPr>
                <a:latin typeface="Roboto"/>
                <a:ea typeface="Roboto"/>
                <a:cs typeface="Roboto"/>
                <a:sym typeface="Roboto"/>
              </a:defRPr>
            </a:lvl5pPr>
            <a:lvl6pPr lvl="5">
              <a:spcBef>
                <a:spcPts val="0"/>
              </a:spcBef>
              <a:spcAft>
                <a:spcPts val="0"/>
              </a:spcAft>
              <a:buSzPts val="1400"/>
              <a:buNone/>
              <a:defRPr>
                <a:latin typeface="Roboto"/>
                <a:ea typeface="Roboto"/>
                <a:cs typeface="Roboto"/>
                <a:sym typeface="Roboto"/>
              </a:defRPr>
            </a:lvl6pPr>
            <a:lvl7pPr lvl="6">
              <a:spcBef>
                <a:spcPts val="0"/>
              </a:spcBef>
              <a:spcAft>
                <a:spcPts val="0"/>
              </a:spcAft>
              <a:buSzPts val="1400"/>
              <a:buNone/>
              <a:defRPr>
                <a:latin typeface="Roboto"/>
                <a:ea typeface="Roboto"/>
                <a:cs typeface="Roboto"/>
                <a:sym typeface="Roboto"/>
              </a:defRPr>
            </a:lvl7pPr>
            <a:lvl8pPr lvl="7">
              <a:spcBef>
                <a:spcPts val="0"/>
              </a:spcBef>
              <a:spcAft>
                <a:spcPts val="0"/>
              </a:spcAft>
              <a:buSzPts val="1400"/>
              <a:buNone/>
              <a:defRPr>
                <a:latin typeface="Roboto"/>
                <a:ea typeface="Roboto"/>
                <a:cs typeface="Roboto"/>
                <a:sym typeface="Roboto"/>
              </a:defRPr>
            </a:lvl8pPr>
            <a:lvl9pPr lvl="8">
              <a:spcBef>
                <a:spcPts val="0"/>
              </a:spcBef>
              <a:spcAft>
                <a:spcPts val="0"/>
              </a:spcAft>
              <a:buSzPts val="1400"/>
              <a:buNone/>
              <a:defRPr>
                <a:latin typeface="Roboto"/>
                <a:ea typeface="Roboto"/>
                <a:cs typeface="Roboto"/>
                <a:sym typeface="Roboto"/>
              </a:defRPr>
            </a:lvl9pPr>
          </a:lstStyle>
          <a:p>
            <a:endParaRPr/>
          </a:p>
        </p:txBody>
      </p:sp>
      <p:cxnSp>
        <p:nvCxnSpPr>
          <p:cNvPr id="451" name="Google Shape;451;p43"/>
          <p:cNvCxnSpPr/>
          <p:nvPr/>
        </p:nvCxnSpPr>
        <p:spPr>
          <a:xfrm>
            <a:off x="2762250" y="4827350"/>
            <a:ext cx="0" cy="316800"/>
          </a:xfrm>
          <a:prstGeom prst="straightConnector1">
            <a:avLst/>
          </a:prstGeom>
          <a:noFill/>
          <a:ln w="9525" cap="flat" cmpd="sng">
            <a:solidFill>
              <a:schemeClr val="dk1"/>
            </a:solidFill>
            <a:prstDash val="solid"/>
            <a:round/>
            <a:headEnd type="none" w="med" len="med"/>
            <a:tailEnd type="none" w="med" len="med"/>
          </a:ln>
        </p:spPr>
      </p:cxnSp>
      <p:sp>
        <p:nvSpPr>
          <p:cNvPr id="452" name="Google Shape;452;p43"/>
          <p:cNvSpPr txBox="1">
            <a:spLocks noGrp="1"/>
          </p:cNvSpPr>
          <p:nvPr>
            <p:ph type="subTitle" idx="1"/>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453" name="Google Shape;453;p43"/>
          <p:cNvSpPr txBox="1">
            <a:spLocks noGrp="1"/>
          </p:cNvSpPr>
          <p:nvPr>
            <p:ph type="subTitle" idx="2"/>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454" name="Google Shape;454;p43"/>
          <p:cNvSpPr/>
          <p:nvPr/>
        </p:nvSpPr>
        <p:spPr>
          <a:xfrm rot="-124589">
            <a:off x="2143221" y="3214879"/>
            <a:ext cx="1809270" cy="602983"/>
          </a:xfrm>
          <a:prstGeom prst="flowChartTerminator">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100">
              <a:latin typeface="Roboto"/>
              <a:ea typeface="Roboto"/>
              <a:cs typeface="Roboto"/>
              <a:sym typeface="Roboto"/>
            </a:endParaRPr>
          </a:p>
        </p:txBody>
      </p:sp>
      <p:sp>
        <p:nvSpPr>
          <p:cNvPr id="455" name="Google Shape;455;p43"/>
          <p:cNvSpPr/>
          <p:nvPr/>
        </p:nvSpPr>
        <p:spPr>
          <a:xfrm rot="1146885">
            <a:off x="2750590" y="4014983"/>
            <a:ext cx="1809173" cy="603007"/>
          </a:xfrm>
          <a:prstGeom prst="flowChartTerminator">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100">
              <a:latin typeface="Roboto"/>
              <a:ea typeface="Roboto"/>
              <a:cs typeface="Roboto"/>
              <a:sym typeface="Roboto"/>
            </a:endParaRPr>
          </a:p>
        </p:txBody>
      </p:sp>
      <p:sp>
        <p:nvSpPr>
          <p:cNvPr id="456" name="Google Shape;456;p43"/>
          <p:cNvSpPr/>
          <p:nvPr/>
        </p:nvSpPr>
        <p:spPr>
          <a:xfrm rot="103">
            <a:off x="222869" y="4218901"/>
            <a:ext cx="1809162" cy="603018"/>
          </a:xfrm>
          <a:prstGeom prst="flowChartTerminator">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100">
              <a:solidFill>
                <a:srgbClr val="FFFFFF"/>
              </a:solidFill>
              <a:latin typeface="Roboto"/>
              <a:ea typeface="Roboto"/>
              <a:cs typeface="Roboto"/>
              <a:sym typeface="Roboto"/>
            </a:endParaRPr>
          </a:p>
        </p:txBody>
      </p:sp>
      <p:sp>
        <p:nvSpPr>
          <p:cNvPr id="457" name="Google Shape;457;p43"/>
          <p:cNvSpPr/>
          <p:nvPr/>
        </p:nvSpPr>
        <p:spPr>
          <a:xfrm rot="2535455">
            <a:off x="1277300" y="3812669"/>
            <a:ext cx="1809195" cy="603002"/>
          </a:xfrm>
          <a:prstGeom prst="flowChartTerminator">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100">
              <a:latin typeface="Roboto"/>
              <a:ea typeface="Roboto"/>
              <a:cs typeface="Roboto"/>
              <a:sym typeface="Roboto"/>
            </a:endParaRPr>
          </a:p>
        </p:txBody>
      </p:sp>
      <p:sp>
        <p:nvSpPr>
          <p:cNvPr id="458" name="Google Shape;458;p43"/>
          <p:cNvSpPr txBox="1">
            <a:spLocks noGrp="1"/>
          </p:cNvSpPr>
          <p:nvPr>
            <p:ph type="body" idx="3"/>
          </p:nvPr>
        </p:nvSpPr>
        <p:spPr>
          <a:xfrm>
            <a:off x="5218050" y="1222400"/>
            <a:ext cx="3489300" cy="2382300"/>
          </a:xfrm>
          <a:prstGeom prst="rect">
            <a:avLst/>
          </a:prstGeom>
        </p:spPr>
        <p:txBody>
          <a:bodyPr spcFirstLastPara="1" wrap="square" lIns="91425" tIns="91425" rIns="91425" bIns="91425" anchor="ctr" anchorCtr="0">
            <a:noAutofit/>
          </a:bodyPr>
          <a:lstStyle>
            <a:lvl1pPr marL="457200" lvl="0" indent="-317500">
              <a:spcBef>
                <a:spcPts val="0"/>
              </a:spcBef>
              <a:spcAft>
                <a:spcPts val="0"/>
              </a:spcAft>
              <a:buSzPts val="1400"/>
              <a:buFont typeface="Libre Baskerville"/>
              <a:buChar char="●"/>
              <a:defRPr>
                <a:latin typeface="Libre Baskerville"/>
                <a:ea typeface="Libre Baskerville"/>
                <a:cs typeface="Libre Baskerville"/>
                <a:sym typeface="Libre Baskerville"/>
              </a:defRPr>
            </a:lvl1pPr>
            <a:lvl2pPr marL="914400" lvl="1" indent="-317500">
              <a:spcBef>
                <a:spcPts val="0"/>
              </a:spcBef>
              <a:spcAft>
                <a:spcPts val="0"/>
              </a:spcAft>
              <a:buSzPts val="1400"/>
              <a:buFont typeface="Libre Baskerville"/>
              <a:buChar char="○"/>
              <a:defRPr>
                <a:latin typeface="Libre Baskerville"/>
                <a:ea typeface="Libre Baskerville"/>
                <a:cs typeface="Libre Baskerville"/>
                <a:sym typeface="Libre Baskerville"/>
              </a:defRPr>
            </a:lvl2pPr>
            <a:lvl3pPr marL="1371600" lvl="2" indent="-317500">
              <a:spcBef>
                <a:spcPts val="0"/>
              </a:spcBef>
              <a:spcAft>
                <a:spcPts val="0"/>
              </a:spcAft>
              <a:buSzPts val="1400"/>
              <a:buFont typeface="Libre Baskerville"/>
              <a:buChar char="■"/>
              <a:defRPr>
                <a:latin typeface="Libre Baskerville"/>
                <a:ea typeface="Libre Baskerville"/>
                <a:cs typeface="Libre Baskerville"/>
                <a:sym typeface="Libre Baskerville"/>
              </a:defRPr>
            </a:lvl3pPr>
            <a:lvl4pPr marL="1828800" lvl="3" indent="-317500">
              <a:spcBef>
                <a:spcPts val="0"/>
              </a:spcBef>
              <a:spcAft>
                <a:spcPts val="0"/>
              </a:spcAft>
              <a:buSzPts val="1400"/>
              <a:buFont typeface="Libre Baskerville"/>
              <a:buChar char="●"/>
              <a:defRPr>
                <a:latin typeface="Libre Baskerville"/>
                <a:ea typeface="Libre Baskerville"/>
                <a:cs typeface="Libre Baskerville"/>
                <a:sym typeface="Libre Baskerville"/>
              </a:defRPr>
            </a:lvl4pPr>
            <a:lvl5pPr marL="2286000" lvl="4" indent="-317500">
              <a:spcBef>
                <a:spcPts val="0"/>
              </a:spcBef>
              <a:spcAft>
                <a:spcPts val="0"/>
              </a:spcAft>
              <a:buSzPts val="1400"/>
              <a:buFont typeface="Libre Baskerville"/>
              <a:buChar char="○"/>
              <a:defRPr>
                <a:latin typeface="Libre Baskerville"/>
                <a:ea typeface="Libre Baskerville"/>
                <a:cs typeface="Libre Baskerville"/>
                <a:sym typeface="Libre Baskerville"/>
              </a:defRPr>
            </a:lvl5pPr>
            <a:lvl6pPr marL="2743200" lvl="5" indent="-317500">
              <a:spcBef>
                <a:spcPts val="0"/>
              </a:spcBef>
              <a:spcAft>
                <a:spcPts val="0"/>
              </a:spcAft>
              <a:buSzPts val="1400"/>
              <a:buFont typeface="Libre Baskerville"/>
              <a:buChar char="■"/>
              <a:defRPr>
                <a:latin typeface="Libre Baskerville"/>
                <a:ea typeface="Libre Baskerville"/>
                <a:cs typeface="Libre Baskerville"/>
                <a:sym typeface="Libre Baskerville"/>
              </a:defRPr>
            </a:lvl6pPr>
            <a:lvl7pPr marL="3200400" lvl="6" indent="-317500">
              <a:spcBef>
                <a:spcPts val="0"/>
              </a:spcBef>
              <a:spcAft>
                <a:spcPts val="0"/>
              </a:spcAft>
              <a:buSzPts val="1400"/>
              <a:buFont typeface="Libre Baskerville"/>
              <a:buChar char="●"/>
              <a:defRPr>
                <a:latin typeface="Libre Baskerville"/>
                <a:ea typeface="Libre Baskerville"/>
                <a:cs typeface="Libre Baskerville"/>
                <a:sym typeface="Libre Baskerville"/>
              </a:defRPr>
            </a:lvl7pPr>
            <a:lvl8pPr marL="3657600" lvl="7" indent="-317500">
              <a:spcBef>
                <a:spcPts val="0"/>
              </a:spcBef>
              <a:spcAft>
                <a:spcPts val="0"/>
              </a:spcAft>
              <a:buSzPts val="1400"/>
              <a:buFont typeface="Libre Baskerville"/>
              <a:buChar char="○"/>
              <a:defRPr>
                <a:latin typeface="Libre Baskerville"/>
                <a:ea typeface="Libre Baskerville"/>
                <a:cs typeface="Libre Baskerville"/>
                <a:sym typeface="Libre Baskerville"/>
              </a:defRPr>
            </a:lvl8pPr>
            <a:lvl9pPr marL="4114800" lvl="8" indent="-317500">
              <a:spcBef>
                <a:spcPts val="0"/>
              </a:spcBef>
              <a:spcAft>
                <a:spcPts val="0"/>
              </a:spcAft>
              <a:buSzPts val="1400"/>
              <a:buFont typeface="Libre Baskerville"/>
              <a:buChar char="■"/>
              <a:defRPr>
                <a:latin typeface="Libre Baskerville"/>
                <a:ea typeface="Libre Baskerville"/>
                <a:cs typeface="Libre Baskerville"/>
                <a:sym typeface="Libre Baskerville"/>
              </a:defRPr>
            </a:lvl9pPr>
          </a:lstStyle>
          <a:p>
            <a:endParaRPr/>
          </a:p>
        </p:txBody>
      </p:sp>
      <p:sp>
        <p:nvSpPr>
          <p:cNvPr id="459" name="Google Shape;459;p43"/>
          <p:cNvSpPr/>
          <p:nvPr/>
        </p:nvSpPr>
        <p:spPr>
          <a:xfrm rot="5400000">
            <a:off x="8611250" y="4735800"/>
            <a:ext cx="321000" cy="494100"/>
          </a:xfrm>
          <a:prstGeom prst="round2SameRect">
            <a:avLst>
              <a:gd name="adj1" fmla="val 50000"/>
              <a:gd name="adj2"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460" name="Google Shape;460;p43"/>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ext">
  <p:cSld name="CUSTOM_8">
    <p:bg>
      <p:bgPr>
        <a:solidFill>
          <a:schemeClr val="dk1"/>
        </a:solidFill>
        <a:effectLst/>
      </p:bgPr>
    </p:bg>
    <p:spTree>
      <p:nvGrpSpPr>
        <p:cNvPr id="1" name="Shape 461"/>
        <p:cNvGrpSpPr/>
        <p:nvPr/>
      </p:nvGrpSpPr>
      <p:grpSpPr>
        <a:xfrm>
          <a:off x="0" y="0"/>
          <a:ext cx="0" cy="0"/>
          <a:chOff x="0" y="0"/>
          <a:chExt cx="0" cy="0"/>
        </a:xfrm>
      </p:grpSpPr>
      <p:sp>
        <p:nvSpPr>
          <p:cNvPr id="462" name="Google Shape;462;p44"/>
          <p:cNvSpPr/>
          <p:nvPr/>
        </p:nvSpPr>
        <p:spPr>
          <a:xfrm rot="5400000">
            <a:off x="4391175" y="560850"/>
            <a:ext cx="321000" cy="8851800"/>
          </a:xfrm>
          <a:prstGeom prst="round2SameRect">
            <a:avLst>
              <a:gd name="adj1" fmla="val 50000"/>
              <a:gd name="adj2" fmla="val 5000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463" name="Google Shape;463;p44"/>
          <p:cNvSpPr txBox="1">
            <a:spLocks noGrp="1"/>
          </p:cNvSpPr>
          <p:nvPr>
            <p:ph type="title"/>
          </p:nvPr>
        </p:nvSpPr>
        <p:spPr>
          <a:xfrm>
            <a:off x="125700" y="125600"/>
            <a:ext cx="4580100" cy="1685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5600"/>
              <a:buNone/>
              <a:defRPr>
                <a:solidFill>
                  <a:schemeClr val="lt1"/>
                </a:solidFill>
              </a:defRPr>
            </a:lvl1pPr>
            <a:lvl2pPr lvl="1">
              <a:spcBef>
                <a:spcPts val="0"/>
              </a:spcBef>
              <a:spcAft>
                <a:spcPts val="0"/>
              </a:spcAft>
              <a:buClr>
                <a:schemeClr val="lt1"/>
              </a:buClr>
              <a:buSzPts val="1400"/>
              <a:buNone/>
              <a:defRPr>
                <a:solidFill>
                  <a:schemeClr val="lt1"/>
                </a:solidFill>
                <a:latin typeface="Roboto"/>
                <a:ea typeface="Roboto"/>
                <a:cs typeface="Roboto"/>
                <a:sym typeface="Roboto"/>
              </a:defRPr>
            </a:lvl2pPr>
            <a:lvl3pPr lvl="2">
              <a:spcBef>
                <a:spcPts val="0"/>
              </a:spcBef>
              <a:spcAft>
                <a:spcPts val="0"/>
              </a:spcAft>
              <a:buClr>
                <a:schemeClr val="lt1"/>
              </a:buClr>
              <a:buSzPts val="1400"/>
              <a:buNone/>
              <a:defRPr>
                <a:solidFill>
                  <a:schemeClr val="lt1"/>
                </a:solidFill>
                <a:latin typeface="Roboto"/>
                <a:ea typeface="Roboto"/>
                <a:cs typeface="Roboto"/>
                <a:sym typeface="Roboto"/>
              </a:defRPr>
            </a:lvl3pPr>
            <a:lvl4pPr lvl="3">
              <a:spcBef>
                <a:spcPts val="0"/>
              </a:spcBef>
              <a:spcAft>
                <a:spcPts val="0"/>
              </a:spcAft>
              <a:buClr>
                <a:schemeClr val="lt1"/>
              </a:buClr>
              <a:buSzPts val="1400"/>
              <a:buNone/>
              <a:defRPr>
                <a:solidFill>
                  <a:schemeClr val="lt1"/>
                </a:solidFill>
                <a:latin typeface="Roboto"/>
                <a:ea typeface="Roboto"/>
                <a:cs typeface="Roboto"/>
                <a:sym typeface="Roboto"/>
              </a:defRPr>
            </a:lvl4pPr>
            <a:lvl5pPr lvl="4">
              <a:spcBef>
                <a:spcPts val="0"/>
              </a:spcBef>
              <a:spcAft>
                <a:spcPts val="0"/>
              </a:spcAft>
              <a:buClr>
                <a:schemeClr val="lt1"/>
              </a:buClr>
              <a:buSzPts val="1400"/>
              <a:buNone/>
              <a:defRPr>
                <a:solidFill>
                  <a:schemeClr val="lt1"/>
                </a:solidFill>
                <a:latin typeface="Roboto"/>
                <a:ea typeface="Roboto"/>
                <a:cs typeface="Roboto"/>
                <a:sym typeface="Roboto"/>
              </a:defRPr>
            </a:lvl5pPr>
            <a:lvl6pPr lvl="5">
              <a:spcBef>
                <a:spcPts val="0"/>
              </a:spcBef>
              <a:spcAft>
                <a:spcPts val="0"/>
              </a:spcAft>
              <a:buClr>
                <a:schemeClr val="lt1"/>
              </a:buClr>
              <a:buSzPts val="1400"/>
              <a:buNone/>
              <a:defRPr>
                <a:solidFill>
                  <a:schemeClr val="lt1"/>
                </a:solidFill>
                <a:latin typeface="Roboto"/>
                <a:ea typeface="Roboto"/>
                <a:cs typeface="Roboto"/>
                <a:sym typeface="Roboto"/>
              </a:defRPr>
            </a:lvl6pPr>
            <a:lvl7pPr lvl="6">
              <a:spcBef>
                <a:spcPts val="0"/>
              </a:spcBef>
              <a:spcAft>
                <a:spcPts val="0"/>
              </a:spcAft>
              <a:buClr>
                <a:schemeClr val="lt1"/>
              </a:buClr>
              <a:buSzPts val="1400"/>
              <a:buNone/>
              <a:defRPr>
                <a:solidFill>
                  <a:schemeClr val="lt1"/>
                </a:solidFill>
                <a:latin typeface="Roboto"/>
                <a:ea typeface="Roboto"/>
                <a:cs typeface="Roboto"/>
                <a:sym typeface="Roboto"/>
              </a:defRPr>
            </a:lvl7pPr>
            <a:lvl8pPr lvl="7">
              <a:spcBef>
                <a:spcPts val="0"/>
              </a:spcBef>
              <a:spcAft>
                <a:spcPts val="0"/>
              </a:spcAft>
              <a:buClr>
                <a:schemeClr val="lt1"/>
              </a:buClr>
              <a:buSzPts val="1400"/>
              <a:buNone/>
              <a:defRPr>
                <a:solidFill>
                  <a:schemeClr val="lt1"/>
                </a:solidFill>
                <a:latin typeface="Roboto"/>
                <a:ea typeface="Roboto"/>
                <a:cs typeface="Roboto"/>
                <a:sym typeface="Roboto"/>
              </a:defRPr>
            </a:lvl8pPr>
            <a:lvl9pPr lvl="8">
              <a:spcBef>
                <a:spcPts val="0"/>
              </a:spcBef>
              <a:spcAft>
                <a:spcPts val="0"/>
              </a:spcAft>
              <a:buClr>
                <a:schemeClr val="lt1"/>
              </a:buClr>
              <a:buSzPts val="1400"/>
              <a:buNone/>
              <a:defRPr>
                <a:solidFill>
                  <a:schemeClr val="lt1"/>
                </a:solidFill>
                <a:latin typeface="Roboto"/>
                <a:ea typeface="Roboto"/>
                <a:cs typeface="Roboto"/>
                <a:sym typeface="Roboto"/>
              </a:defRPr>
            </a:lvl9pPr>
          </a:lstStyle>
          <a:p>
            <a:endParaRPr/>
          </a:p>
        </p:txBody>
      </p:sp>
      <p:sp>
        <p:nvSpPr>
          <p:cNvPr id="464" name="Google Shape;464;p44"/>
          <p:cNvSpPr txBox="1">
            <a:spLocks noGrp="1"/>
          </p:cNvSpPr>
          <p:nvPr>
            <p:ph type="subTitle" idx="1"/>
          </p:nvPr>
        </p:nvSpPr>
        <p:spPr>
          <a:xfrm>
            <a:off x="5831000" y="125600"/>
            <a:ext cx="2140500" cy="405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000"/>
              <a:buNone/>
              <a:defRPr>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a:endParaRPr/>
          </a:p>
        </p:txBody>
      </p:sp>
      <p:sp>
        <p:nvSpPr>
          <p:cNvPr id="465" name="Google Shape;465;p44"/>
          <p:cNvSpPr txBox="1">
            <a:spLocks noGrp="1"/>
          </p:cNvSpPr>
          <p:nvPr>
            <p:ph type="body" idx="2"/>
          </p:nvPr>
        </p:nvSpPr>
        <p:spPr>
          <a:xfrm>
            <a:off x="5831000" y="773325"/>
            <a:ext cx="3187200" cy="2574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chemeClr val="lt1"/>
              </a:buClr>
              <a:buSzPts val="14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cxnSp>
        <p:nvCxnSpPr>
          <p:cNvPr id="466" name="Google Shape;466;p44"/>
          <p:cNvCxnSpPr/>
          <p:nvPr/>
        </p:nvCxnSpPr>
        <p:spPr>
          <a:xfrm>
            <a:off x="2762250" y="4827750"/>
            <a:ext cx="0" cy="316500"/>
          </a:xfrm>
          <a:prstGeom prst="straightConnector1">
            <a:avLst/>
          </a:prstGeom>
          <a:noFill/>
          <a:ln w="9525" cap="flat" cmpd="sng">
            <a:solidFill>
              <a:schemeClr val="lt1"/>
            </a:solidFill>
            <a:prstDash val="solid"/>
            <a:round/>
            <a:headEnd type="none" w="med" len="med"/>
            <a:tailEnd type="none" w="med" len="med"/>
          </a:ln>
        </p:spPr>
      </p:cxnSp>
      <p:sp>
        <p:nvSpPr>
          <p:cNvPr id="467" name="Google Shape;467;p44"/>
          <p:cNvSpPr txBox="1">
            <a:spLocks noGrp="1"/>
          </p:cNvSpPr>
          <p:nvPr>
            <p:ph type="subTitle" idx="3"/>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a:endParaRPr/>
          </a:p>
        </p:txBody>
      </p:sp>
      <p:sp>
        <p:nvSpPr>
          <p:cNvPr id="468" name="Google Shape;468;p44"/>
          <p:cNvSpPr txBox="1">
            <a:spLocks noGrp="1"/>
          </p:cNvSpPr>
          <p:nvPr>
            <p:ph type="subTitle" idx="4"/>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800"/>
              <a:buNone/>
              <a:defRPr sz="800">
                <a:solidFill>
                  <a:schemeClr val="lt1"/>
                </a:solidFill>
              </a:defRPr>
            </a:lvl1pPr>
            <a:lvl2pPr lvl="1" algn="ctr">
              <a:spcBef>
                <a:spcPts val="0"/>
              </a:spcBef>
              <a:spcAft>
                <a:spcPts val="0"/>
              </a:spcAft>
              <a:buClr>
                <a:schemeClr val="lt1"/>
              </a:buClr>
              <a:buSzPts val="1000"/>
              <a:buNone/>
              <a:defRPr>
                <a:solidFill>
                  <a:schemeClr val="lt1"/>
                </a:solidFill>
              </a:defRPr>
            </a:lvl2pPr>
            <a:lvl3pPr lvl="2" algn="ctr">
              <a:spcBef>
                <a:spcPts val="0"/>
              </a:spcBef>
              <a:spcAft>
                <a:spcPts val="0"/>
              </a:spcAft>
              <a:buClr>
                <a:schemeClr val="lt1"/>
              </a:buClr>
              <a:buSzPts val="1000"/>
              <a:buNone/>
              <a:defRPr>
                <a:solidFill>
                  <a:schemeClr val="lt1"/>
                </a:solidFill>
              </a:defRPr>
            </a:lvl3pPr>
            <a:lvl4pPr lvl="3" algn="ctr">
              <a:spcBef>
                <a:spcPts val="0"/>
              </a:spcBef>
              <a:spcAft>
                <a:spcPts val="0"/>
              </a:spcAft>
              <a:buClr>
                <a:schemeClr val="lt1"/>
              </a:buClr>
              <a:buSzPts val="1000"/>
              <a:buNone/>
              <a:defRPr>
                <a:solidFill>
                  <a:schemeClr val="lt1"/>
                </a:solidFill>
              </a:defRPr>
            </a:lvl4pPr>
            <a:lvl5pPr lvl="4" algn="ctr">
              <a:spcBef>
                <a:spcPts val="0"/>
              </a:spcBef>
              <a:spcAft>
                <a:spcPts val="0"/>
              </a:spcAft>
              <a:buClr>
                <a:schemeClr val="lt1"/>
              </a:buClr>
              <a:buSzPts val="1000"/>
              <a:buNone/>
              <a:defRPr>
                <a:solidFill>
                  <a:schemeClr val="lt1"/>
                </a:solidFill>
              </a:defRPr>
            </a:lvl5pPr>
            <a:lvl6pPr lvl="5" algn="ctr">
              <a:spcBef>
                <a:spcPts val="0"/>
              </a:spcBef>
              <a:spcAft>
                <a:spcPts val="0"/>
              </a:spcAft>
              <a:buClr>
                <a:schemeClr val="lt1"/>
              </a:buClr>
              <a:buSzPts val="1000"/>
              <a:buNone/>
              <a:defRPr>
                <a:solidFill>
                  <a:schemeClr val="lt1"/>
                </a:solidFill>
              </a:defRPr>
            </a:lvl6pPr>
            <a:lvl7pPr lvl="6" algn="ctr">
              <a:spcBef>
                <a:spcPts val="0"/>
              </a:spcBef>
              <a:spcAft>
                <a:spcPts val="0"/>
              </a:spcAft>
              <a:buClr>
                <a:schemeClr val="lt1"/>
              </a:buClr>
              <a:buSzPts val="1000"/>
              <a:buNone/>
              <a:defRPr>
                <a:solidFill>
                  <a:schemeClr val="lt1"/>
                </a:solidFill>
              </a:defRPr>
            </a:lvl7pPr>
            <a:lvl8pPr lvl="7" algn="ctr">
              <a:spcBef>
                <a:spcPts val="0"/>
              </a:spcBef>
              <a:spcAft>
                <a:spcPts val="0"/>
              </a:spcAft>
              <a:buClr>
                <a:schemeClr val="lt1"/>
              </a:buClr>
              <a:buSzPts val="1000"/>
              <a:buNone/>
              <a:defRPr>
                <a:solidFill>
                  <a:schemeClr val="lt1"/>
                </a:solidFill>
              </a:defRPr>
            </a:lvl8pPr>
            <a:lvl9pPr lvl="8" algn="ctr">
              <a:spcBef>
                <a:spcPts val="0"/>
              </a:spcBef>
              <a:spcAft>
                <a:spcPts val="0"/>
              </a:spcAft>
              <a:buClr>
                <a:schemeClr val="lt1"/>
              </a:buClr>
              <a:buSzPts val="1000"/>
              <a:buNone/>
              <a:defRPr>
                <a:solidFill>
                  <a:schemeClr val="lt1"/>
                </a:solidFill>
              </a:defRPr>
            </a:lvl9pPr>
          </a:lstStyle>
          <a:p>
            <a:endParaRPr/>
          </a:p>
        </p:txBody>
      </p:sp>
      <p:sp>
        <p:nvSpPr>
          <p:cNvPr id="469" name="Google Shape;469;p44"/>
          <p:cNvSpPr/>
          <p:nvPr/>
        </p:nvSpPr>
        <p:spPr>
          <a:xfrm rot="5400000">
            <a:off x="8611250" y="4735800"/>
            <a:ext cx="321000" cy="494100"/>
          </a:xfrm>
          <a:prstGeom prst="round2SameRect">
            <a:avLst>
              <a:gd name="adj1" fmla="val 50000"/>
              <a:gd name="adj2" fmla="val 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470" name="Google Shape;470;p44"/>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471"/>
        <p:cNvGrpSpPr/>
        <p:nvPr/>
      </p:nvGrpSpPr>
      <p:grpSpPr>
        <a:xfrm>
          <a:off x="0" y="0"/>
          <a:ext cx="0" cy="0"/>
          <a:chOff x="0" y="0"/>
          <a:chExt cx="0" cy="0"/>
        </a:xfrm>
      </p:grpSpPr>
      <p:sp>
        <p:nvSpPr>
          <p:cNvPr id="472" name="Google Shape;472;p45"/>
          <p:cNvSpPr/>
          <p:nvPr/>
        </p:nvSpPr>
        <p:spPr>
          <a:xfrm rot="5400000">
            <a:off x="4391175" y="560850"/>
            <a:ext cx="321000" cy="8851800"/>
          </a:xfrm>
          <a:prstGeom prst="round2SameRect">
            <a:avLst>
              <a:gd name="adj1" fmla="val 50000"/>
              <a:gd name="adj2"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473" name="Google Shape;473;p45"/>
          <p:cNvSpPr txBox="1">
            <a:spLocks noGrp="1"/>
          </p:cNvSpPr>
          <p:nvPr>
            <p:ph type="subTitle" idx="1"/>
          </p:nvPr>
        </p:nvSpPr>
        <p:spPr>
          <a:xfrm>
            <a:off x="2493575" y="4142817"/>
            <a:ext cx="4157100" cy="269700"/>
          </a:xfrm>
          <a:prstGeom prst="rect">
            <a:avLst/>
          </a:prstGeom>
        </p:spPr>
        <p:txBody>
          <a:bodyPr spcFirstLastPara="1" wrap="square" lIns="91425" tIns="91425" rIns="91425" bIns="91425" anchor="ctr" anchorCtr="0">
            <a:noAutofit/>
          </a:bodyPr>
          <a:lstStyle>
            <a:lvl1pPr lvl="0" algn="r">
              <a:spcBef>
                <a:spcPts val="0"/>
              </a:spcBef>
              <a:spcAft>
                <a:spcPts val="0"/>
              </a:spcAft>
              <a:buSzPts val="1000"/>
              <a:buNone/>
              <a:defRPr/>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a:endParaRPr/>
          </a:p>
        </p:txBody>
      </p:sp>
      <p:sp>
        <p:nvSpPr>
          <p:cNvPr id="474" name="Google Shape;474;p45"/>
          <p:cNvSpPr/>
          <p:nvPr/>
        </p:nvSpPr>
        <p:spPr>
          <a:xfrm rot="5400000">
            <a:off x="251388" y="475250"/>
            <a:ext cx="3837300" cy="3837300"/>
          </a:xfrm>
          <a:prstGeom prst="pie">
            <a:avLst>
              <a:gd name="adj1" fmla="val 12366"/>
              <a:gd name="adj2" fmla="val 1080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5"/>
          <p:cNvSpPr/>
          <p:nvPr/>
        </p:nvSpPr>
        <p:spPr>
          <a:xfrm rot="-5400000">
            <a:off x="5033888" y="465200"/>
            <a:ext cx="3857400" cy="3857400"/>
          </a:xfrm>
          <a:prstGeom prst="pie">
            <a:avLst>
              <a:gd name="adj1" fmla="val 12366"/>
              <a:gd name="adj2" fmla="val 10819259"/>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5"/>
          <p:cNvSpPr txBox="1">
            <a:spLocks noGrp="1"/>
          </p:cNvSpPr>
          <p:nvPr>
            <p:ph type="title"/>
          </p:nvPr>
        </p:nvSpPr>
        <p:spPr>
          <a:xfrm>
            <a:off x="2493450" y="658700"/>
            <a:ext cx="4157100" cy="3453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1"/>
              </a:buClr>
              <a:buSzPts val="3600"/>
              <a:buNone/>
              <a:defRPr sz="3600"/>
            </a:lvl1pPr>
            <a:lvl2pPr lvl="1">
              <a:spcBef>
                <a:spcPts val="0"/>
              </a:spcBef>
              <a:spcAft>
                <a:spcPts val="0"/>
              </a:spcAft>
              <a:buClr>
                <a:schemeClr val="dk1"/>
              </a:buClr>
              <a:buSzPts val="3600"/>
              <a:buFont typeface="Libre Baskerville"/>
              <a:buNone/>
              <a:defRPr sz="3600">
                <a:solidFill>
                  <a:schemeClr val="dk1"/>
                </a:solidFill>
              </a:defRPr>
            </a:lvl2pPr>
            <a:lvl3pPr lvl="2">
              <a:spcBef>
                <a:spcPts val="0"/>
              </a:spcBef>
              <a:spcAft>
                <a:spcPts val="0"/>
              </a:spcAft>
              <a:buClr>
                <a:schemeClr val="dk1"/>
              </a:buClr>
              <a:buSzPts val="3600"/>
              <a:buFont typeface="Libre Baskerville"/>
              <a:buNone/>
              <a:defRPr sz="3600">
                <a:solidFill>
                  <a:schemeClr val="dk1"/>
                </a:solidFill>
              </a:defRPr>
            </a:lvl3pPr>
            <a:lvl4pPr lvl="3">
              <a:spcBef>
                <a:spcPts val="0"/>
              </a:spcBef>
              <a:spcAft>
                <a:spcPts val="0"/>
              </a:spcAft>
              <a:buClr>
                <a:schemeClr val="dk1"/>
              </a:buClr>
              <a:buSzPts val="3600"/>
              <a:buFont typeface="Libre Baskerville"/>
              <a:buNone/>
              <a:defRPr sz="3600">
                <a:solidFill>
                  <a:schemeClr val="dk1"/>
                </a:solidFill>
              </a:defRPr>
            </a:lvl4pPr>
            <a:lvl5pPr lvl="4">
              <a:spcBef>
                <a:spcPts val="0"/>
              </a:spcBef>
              <a:spcAft>
                <a:spcPts val="0"/>
              </a:spcAft>
              <a:buClr>
                <a:schemeClr val="dk1"/>
              </a:buClr>
              <a:buSzPts val="3600"/>
              <a:buFont typeface="Libre Baskerville"/>
              <a:buNone/>
              <a:defRPr sz="3600">
                <a:solidFill>
                  <a:schemeClr val="dk1"/>
                </a:solidFill>
              </a:defRPr>
            </a:lvl5pPr>
            <a:lvl6pPr lvl="5">
              <a:spcBef>
                <a:spcPts val="0"/>
              </a:spcBef>
              <a:spcAft>
                <a:spcPts val="0"/>
              </a:spcAft>
              <a:buClr>
                <a:schemeClr val="dk1"/>
              </a:buClr>
              <a:buSzPts val="3600"/>
              <a:buFont typeface="Libre Baskerville"/>
              <a:buNone/>
              <a:defRPr sz="3600">
                <a:solidFill>
                  <a:schemeClr val="dk1"/>
                </a:solidFill>
              </a:defRPr>
            </a:lvl6pPr>
            <a:lvl7pPr lvl="6">
              <a:spcBef>
                <a:spcPts val="0"/>
              </a:spcBef>
              <a:spcAft>
                <a:spcPts val="0"/>
              </a:spcAft>
              <a:buClr>
                <a:schemeClr val="dk1"/>
              </a:buClr>
              <a:buSzPts val="3600"/>
              <a:buFont typeface="Libre Baskerville"/>
              <a:buNone/>
              <a:defRPr sz="3600">
                <a:solidFill>
                  <a:schemeClr val="dk1"/>
                </a:solidFill>
              </a:defRPr>
            </a:lvl7pPr>
            <a:lvl8pPr lvl="7">
              <a:spcBef>
                <a:spcPts val="0"/>
              </a:spcBef>
              <a:spcAft>
                <a:spcPts val="0"/>
              </a:spcAft>
              <a:buClr>
                <a:schemeClr val="dk1"/>
              </a:buClr>
              <a:buSzPts val="3600"/>
              <a:buFont typeface="Libre Baskerville"/>
              <a:buNone/>
              <a:defRPr sz="3600">
                <a:solidFill>
                  <a:schemeClr val="dk1"/>
                </a:solidFill>
              </a:defRPr>
            </a:lvl8pPr>
            <a:lvl9pPr lvl="8">
              <a:spcBef>
                <a:spcPts val="0"/>
              </a:spcBef>
              <a:spcAft>
                <a:spcPts val="0"/>
              </a:spcAft>
              <a:buClr>
                <a:schemeClr val="dk1"/>
              </a:buClr>
              <a:buSzPts val="3600"/>
              <a:buFont typeface="Libre Baskerville"/>
              <a:buNone/>
              <a:defRPr sz="3600">
                <a:solidFill>
                  <a:schemeClr val="dk1"/>
                </a:solidFill>
              </a:defRPr>
            </a:lvl9pPr>
          </a:lstStyle>
          <a:p>
            <a:endParaRPr/>
          </a:p>
        </p:txBody>
      </p:sp>
      <p:cxnSp>
        <p:nvCxnSpPr>
          <p:cNvPr id="477" name="Google Shape;477;p45"/>
          <p:cNvCxnSpPr/>
          <p:nvPr/>
        </p:nvCxnSpPr>
        <p:spPr>
          <a:xfrm>
            <a:off x="2762250" y="4827350"/>
            <a:ext cx="0" cy="316800"/>
          </a:xfrm>
          <a:prstGeom prst="straightConnector1">
            <a:avLst/>
          </a:prstGeom>
          <a:noFill/>
          <a:ln w="9525" cap="flat" cmpd="sng">
            <a:solidFill>
              <a:schemeClr val="dk1"/>
            </a:solidFill>
            <a:prstDash val="solid"/>
            <a:round/>
            <a:headEnd type="none" w="med" len="med"/>
            <a:tailEnd type="none" w="med" len="med"/>
          </a:ln>
        </p:spPr>
      </p:cxnSp>
      <p:sp>
        <p:nvSpPr>
          <p:cNvPr id="478" name="Google Shape;478;p45"/>
          <p:cNvSpPr txBox="1">
            <a:spLocks noGrp="1"/>
          </p:cNvSpPr>
          <p:nvPr>
            <p:ph type="subTitle" idx="2"/>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479" name="Google Shape;479;p45"/>
          <p:cNvSpPr txBox="1">
            <a:spLocks noGrp="1"/>
          </p:cNvSpPr>
          <p:nvPr>
            <p:ph type="subTitle" idx="3"/>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480" name="Google Shape;480;p45"/>
          <p:cNvSpPr/>
          <p:nvPr/>
        </p:nvSpPr>
        <p:spPr>
          <a:xfrm rot="5400000">
            <a:off x="8611250" y="4735800"/>
            <a:ext cx="321000" cy="494100"/>
          </a:xfrm>
          <a:prstGeom prst="round2SameRect">
            <a:avLst>
              <a:gd name="adj1" fmla="val 50000"/>
              <a:gd name="adj2"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481" name="Google Shape;481;p45"/>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hank You" type="blank">
  <p:cSld name="BLANK">
    <p:spTree>
      <p:nvGrpSpPr>
        <p:cNvPr id="1" name="Shape 482"/>
        <p:cNvGrpSpPr/>
        <p:nvPr/>
      </p:nvGrpSpPr>
      <p:grpSpPr>
        <a:xfrm>
          <a:off x="0" y="0"/>
          <a:ext cx="0" cy="0"/>
          <a:chOff x="0" y="0"/>
          <a:chExt cx="0" cy="0"/>
        </a:xfrm>
      </p:grpSpPr>
      <p:sp>
        <p:nvSpPr>
          <p:cNvPr id="483" name="Google Shape;483;p46"/>
          <p:cNvSpPr>
            <a:spLocks noGrp="1"/>
          </p:cNvSpPr>
          <p:nvPr>
            <p:ph type="pic" idx="2"/>
          </p:nvPr>
        </p:nvSpPr>
        <p:spPr>
          <a:xfrm>
            <a:off x="125700" y="125600"/>
            <a:ext cx="8892900" cy="2452800"/>
          </a:xfrm>
          <a:prstGeom prst="roundRect">
            <a:avLst>
              <a:gd name="adj" fmla="val 16667"/>
            </a:avLst>
          </a:prstGeom>
          <a:noFill/>
          <a:ln>
            <a:noFill/>
          </a:ln>
        </p:spPr>
      </p:sp>
      <p:sp>
        <p:nvSpPr>
          <p:cNvPr id="484" name="Google Shape;484;p46"/>
          <p:cNvSpPr txBox="1">
            <a:spLocks noGrp="1"/>
          </p:cNvSpPr>
          <p:nvPr>
            <p:ph type="title"/>
          </p:nvPr>
        </p:nvSpPr>
        <p:spPr>
          <a:xfrm>
            <a:off x="125700" y="3233475"/>
            <a:ext cx="8768100" cy="1467900"/>
          </a:xfrm>
          <a:prstGeom prst="rect">
            <a:avLst/>
          </a:prstGeom>
        </p:spPr>
        <p:txBody>
          <a:bodyPr spcFirstLastPara="1" wrap="square" lIns="91425" tIns="91425" rIns="91425" bIns="91425" anchor="t" anchorCtr="0">
            <a:noAutofit/>
          </a:bodyPr>
          <a:lstStyle>
            <a:lvl1pPr lvl="0">
              <a:spcBef>
                <a:spcPts val="0"/>
              </a:spcBef>
              <a:spcAft>
                <a:spcPts val="0"/>
              </a:spcAft>
              <a:buClr>
                <a:schemeClr val="dk1"/>
              </a:buClr>
              <a:buSzPts val="9600"/>
              <a:buNone/>
              <a:defRPr sz="9600" b="1"/>
            </a:lvl1pPr>
            <a:lvl2pPr lvl="1">
              <a:spcBef>
                <a:spcPts val="0"/>
              </a:spcBef>
              <a:spcAft>
                <a:spcPts val="0"/>
              </a:spcAft>
              <a:buClr>
                <a:schemeClr val="dk1"/>
              </a:buClr>
              <a:buSzPts val="9600"/>
              <a:buFont typeface="Libre Baskerville"/>
              <a:buNone/>
              <a:defRPr sz="9600" b="1">
                <a:solidFill>
                  <a:schemeClr val="dk1"/>
                </a:solidFill>
              </a:defRPr>
            </a:lvl2pPr>
            <a:lvl3pPr lvl="2">
              <a:spcBef>
                <a:spcPts val="0"/>
              </a:spcBef>
              <a:spcAft>
                <a:spcPts val="0"/>
              </a:spcAft>
              <a:buClr>
                <a:schemeClr val="dk1"/>
              </a:buClr>
              <a:buSzPts val="9600"/>
              <a:buFont typeface="Libre Baskerville"/>
              <a:buNone/>
              <a:defRPr sz="9600" b="1">
                <a:solidFill>
                  <a:schemeClr val="dk1"/>
                </a:solidFill>
              </a:defRPr>
            </a:lvl3pPr>
            <a:lvl4pPr lvl="3">
              <a:spcBef>
                <a:spcPts val="0"/>
              </a:spcBef>
              <a:spcAft>
                <a:spcPts val="0"/>
              </a:spcAft>
              <a:buClr>
                <a:schemeClr val="dk1"/>
              </a:buClr>
              <a:buSzPts val="9600"/>
              <a:buFont typeface="Libre Baskerville"/>
              <a:buNone/>
              <a:defRPr sz="9600" b="1">
                <a:solidFill>
                  <a:schemeClr val="dk1"/>
                </a:solidFill>
              </a:defRPr>
            </a:lvl4pPr>
            <a:lvl5pPr lvl="4">
              <a:spcBef>
                <a:spcPts val="0"/>
              </a:spcBef>
              <a:spcAft>
                <a:spcPts val="0"/>
              </a:spcAft>
              <a:buClr>
                <a:schemeClr val="dk1"/>
              </a:buClr>
              <a:buSzPts val="9600"/>
              <a:buFont typeface="Libre Baskerville"/>
              <a:buNone/>
              <a:defRPr sz="9600" b="1">
                <a:solidFill>
                  <a:schemeClr val="dk1"/>
                </a:solidFill>
              </a:defRPr>
            </a:lvl5pPr>
            <a:lvl6pPr lvl="5">
              <a:spcBef>
                <a:spcPts val="0"/>
              </a:spcBef>
              <a:spcAft>
                <a:spcPts val="0"/>
              </a:spcAft>
              <a:buClr>
                <a:schemeClr val="dk1"/>
              </a:buClr>
              <a:buSzPts val="9600"/>
              <a:buFont typeface="Libre Baskerville"/>
              <a:buNone/>
              <a:defRPr sz="9600" b="1">
                <a:solidFill>
                  <a:schemeClr val="dk1"/>
                </a:solidFill>
              </a:defRPr>
            </a:lvl6pPr>
            <a:lvl7pPr lvl="6">
              <a:spcBef>
                <a:spcPts val="0"/>
              </a:spcBef>
              <a:spcAft>
                <a:spcPts val="0"/>
              </a:spcAft>
              <a:buClr>
                <a:schemeClr val="dk1"/>
              </a:buClr>
              <a:buSzPts val="9600"/>
              <a:buFont typeface="Libre Baskerville"/>
              <a:buNone/>
              <a:defRPr sz="9600" b="1">
                <a:solidFill>
                  <a:schemeClr val="dk1"/>
                </a:solidFill>
              </a:defRPr>
            </a:lvl7pPr>
            <a:lvl8pPr lvl="7">
              <a:spcBef>
                <a:spcPts val="0"/>
              </a:spcBef>
              <a:spcAft>
                <a:spcPts val="0"/>
              </a:spcAft>
              <a:buClr>
                <a:schemeClr val="dk1"/>
              </a:buClr>
              <a:buSzPts val="9600"/>
              <a:buFont typeface="Libre Baskerville"/>
              <a:buNone/>
              <a:defRPr sz="9600" b="1">
                <a:solidFill>
                  <a:schemeClr val="dk1"/>
                </a:solidFill>
              </a:defRPr>
            </a:lvl8pPr>
            <a:lvl9pPr lvl="8">
              <a:spcBef>
                <a:spcPts val="0"/>
              </a:spcBef>
              <a:spcAft>
                <a:spcPts val="0"/>
              </a:spcAft>
              <a:buClr>
                <a:schemeClr val="dk1"/>
              </a:buClr>
              <a:buSzPts val="9600"/>
              <a:buFont typeface="Libre Baskerville"/>
              <a:buNone/>
              <a:defRPr sz="9600" b="1">
                <a:solidFill>
                  <a:schemeClr val="dk1"/>
                </a:solidFill>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Scope">
  <p:cSld name="CUSTOM_9">
    <p:spTree>
      <p:nvGrpSpPr>
        <p:cNvPr id="1" name="Shape 485"/>
        <p:cNvGrpSpPr/>
        <p:nvPr/>
      </p:nvGrpSpPr>
      <p:grpSpPr>
        <a:xfrm>
          <a:off x="0" y="0"/>
          <a:ext cx="0" cy="0"/>
          <a:chOff x="0" y="0"/>
          <a:chExt cx="0" cy="0"/>
        </a:xfrm>
      </p:grpSpPr>
      <p:sp>
        <p:nvSpPr>
          <p:cNvPr id="486" name="Google Shape;486;p47"/>
          <p:cNvSpPr txBox="1">
            <a:spLocks noGrp="1"/>
          </p:cNvSpPr>
          <p:nvPr>
            <p:ph type="title"/>
          </p:nvPr>
        </p:nvSpPr>
        <p:spPr>
          <a:xfrm>
            <a:off x="125700" y="125600"/>
            <a:ext cx="8768100" cy="16851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atin typeface="Roboto"/>
                <a:ea typeface="Roboto"/>
                <a:cs typeface="Roboto"/>
                <a:sym typeface="Roboto"/>
              </a:defRPr>
            </a:lvl2pPr>
            <a:lvl3pPr lvl="2">
              <a:spcBef>
                <a:spcPts val="0"/>
              </a:spcBef>
              <a:spcAft>
                <a:spcPts val="0"/>
              </a:spcAft>
              <a:buSzPts val="1400"/>
              <a:buNone/>
              <a:defRPr>
                <a:latin typeface="Roboto"/>
                <a:ea typeface="Roboto"/>
                <a:cs typeface="Roboto"/>
                <a:sym typeface="Roboto"/>
              </a:defRPr>
            </a:lvl3pPr>
            <a:lvl4pPr lvl="3">
              <a:spcBef>
                <a:spcPts val="0"/>
              </a:spcBef>
              <a:spcAft>
                <a:spcPts val="0"/>
              </a:spcAft>
              <a:buSzPts val="1400"/>
              <a:buNone/>
              <a:defRPr>
                <a:latin typeface="Roboto"/>
                <a:ea typeface="Roboto"/>
                <a:cs typeface="Roboto"/>
                <a:sym typeface="Roboto"/>
              </a:defRPr>
            </a:lvl4pPr>
            <a:lvl5pPr lvl="4">
              <a:spcBef>
                <a:spcPts val="0"/>
              </a:spcBef>
              <a:spcAft>
                <a:spcPts val="0"/>
              </a:spcAft>
              <a:buSzPts val="1400"/>
              <a:buNone/>
              <a:defRPr>
                <a:latin typeface="Roboto"/>
                <a:ea typeface="Roboto"/>
                <a:cs typeface="Roboto"/>
                <a:sym typeface="Roboto"/>
              </a:defRPr>
            </a:lvl5pPr>
            <a:lvl6pPr lvl="5">
              <a:spcBef>
                <a:spcPts val="0"/>
              </a:spcBef>
              <a:spcAft>
                <a:spcPts val="0"/>
              </a:spcAft>
              <a:buSzPts val="1400"/>
              <a:buNone/>
              <a:defRPr>
                <a:latin typeface="Roboto"/>
                <a:ea typeface="Roboto"/>
                <a:cs typeface="Roboto"/>
                <a:sym typeface="Roboto"/>
              </a:defRPr>
            </a:lvl6pPr>
            <a:lvl7pPr lvl="6">
              <a:spcBef>
                <a:spcPts val="0"/>
              </a:spcBef>
              <a:spcAft>
                <a:spcPts val="0"/>
              </a:spcAft>
              <a:buSzPts val="1400"/>
              <a:buNone/>
              <a:defRPr>
                <a:latin typeface="Roboto"/>
                <a:ea typeface="Roboto"/>
                <a:cs typeface="Roboto"/>
                <a:sym typeface="Roboto"/>
              </a:defRPr>
            </a:lvl7pPr>
            <a:lvl8pPr lvl="7">
              <a:spcBef>
                <a:spcPts val="0"/>
              </a:spcBef>
              <a:spcAft>
                <a:spcPts val="0"/>
              </a:spcAft>
              <a:buSzPts val="1400"/>
              <a:buNone/>
              <a:defRPr>
                <a:latin typeface="Roboto"/>
                <a:ea typeface="Roboto"/>
                <a:cs typeface="Roboto"/>
                <a:sym typeface="Roboto"/>
              </a:defRPr>
            </a:lvl8pPr>
            <a:lvl9pPr lvl="8">
              <a:spcBef>
                <a:spcPts val="0"/>
              </a:spcBef>
              <a:spcAft>
                <a:spcPts val="0"/>
              </a:spcAft>
              <a:buSzPts val="1400"/>
              <a:buNone/>
              <a:defRPr>
                <a:latin typeface="Roboto"/>
                <a:ea typeface="Roboto"/>
                <a:cs typeface="Roboto"/>
                <a:sym typeface="Roboto"/>
              </a:defRPr>
            </a:lvl9pPr>
          </a:lstStyle>
          <a:p>
            <a:endParaRPr/>
          </a:p>
        </p:txBody>
      </p:sp>
      <p:sp>
        <p:nvSpPr>
          <p:cNvPr id="487" name="Google Shape;487;p47"/>
          <p:cNvSpPr/>
          <p:nvPr/>
        </p:nvSpPr>
        <p:spPr>
          <a:xfrm>
            <a:off x="650" y="1395450"/>
            <a:ext cx="9143100" cy="51435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7"/>
          <p:cNvSpPr/>
          <p:nvPr/>
        </p:nvSpPr>
        <p:spPr>
          <a:xfrm>
            <a:off x="1488" y="2081250"/>
            <a:ext cx="9143100" cy="4131900"/>
          </a:xfrm>
          <a:prstGeom prst="roundRect">
            <a:avLst>
              <a:gd name="adj" fmla="val 19534"/>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7"/>
          <p:cNvSpPr/>
          <p:nvPr/>
        </p:nvSpPr>
        <p:spPr>
          <a:xfrm>
            <a:off x="650" y="2767050"/>
            <a:ext cx="9143100" cy="3235200"/>
          </a:xfrm>
          <a:prstGeom prst="roundRect">
            <a:avLst>
              <a:gd name="adj" fmla="val 25303"/>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47"/>
          <p:cNvSpPr/>
          <p:nvPr/>
        </p:nvSpPr>
        <p:spPr>
          <a:xfrm>
            <a:off x="1488" y="3452850"/>
            <a:ext cx="9143100" cy="2304000"/>
          </a:xfrm>
          <a:prstGeom prst="roundRect">
            <a:avLst>
              <a:gd name="adj" fmla="val 3551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47"/>
          <p:cNvSpPr/>
          <p:nvPr/>
        </p:nvSpPr>
        <p:spPr>
          <a:xfrm>
            <a:off x="650" y="4138650"/>
            <a:ext cx="9143100" cy="2827200"/>
          </a:xfrm>
          <a:prstGeom prst="roundRect">
            <a:avLst>
              <a:gd name="adj" fmla="val 2904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47"/>
          <p:cNvSpPr txBox="1">
            <a:spLocks noGrp="1"/>
          </p:cNvSpPr>
          <p:nvPr>
            <p:ph type="title" idx="2"/>
          </p:nvPr>
        </p:nvSpPr>
        <p:spPr>
          <a:xfrm>
            <a:off x="251300" y="1395450"/>
            <a:ext cx="4656900" cy="685800"/>
          </a:xfrm>
          <a:prstGeom prst="rect">
            <a:avLst/>
          </a:prstGeom>
        </p:spPr>
        <p:txBody>
          <a:bodyPr spcFirstLastPara="1" wrap="square" lIns="91425" tIns="91425" rIns="91425" bIns="91425" anchor="ctr" anchorCtr="0">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93" name="Google Shape;493;p47"/>
          <p:cNvSpPr txBox="1">
            <a:spLocks noGrp="1"/>
          </p:cNvSpPr>
          <p:nvPr>
            <p:ph type="title" idx="3"/>
          </p:nvPr>
        </p:nvSpPr>
        <p:spPr>
          <a:xfrm>
            <a:off x="1048400" y="2081250"/>
            <a:ext cx="4656900" cy="685800"/>
          </a:xfrm>
          <a:prstGeom prst="rect">
            <a:avLst/>
          </a:prstGeom>
        </p:spPr>
        <p:txBody>
          <a:bodyPr spcFirstLastPara="1" wrap="square" lIns="91425" tIns="91425" rIns="91425" bIns="91425" anchor="ctr" anchorCtr="0">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94" name="Google Shape;494;p47"/>
          <p:cNvSpPr txBox="1">
            <a:spLocks noGrp="1"/>
          </p:cNvSpPr>
          <p:nvPr>
            <p:ph type="title" idx="4"/>
          </p:nvPr>
        </p:nvSpPr>
        <p:spPr>
          <a:xfrm>
            <a:off x="2243550" y="2767050"/>
            <a:ext cx="4656900" cy="685800"/>
          </a:xfrm>
          <a:prstGeom prst="rect">
            <a:avLst/>
          </a:prstGeom>
        </p:spPr>
        <p:txBody>
          <a:bodyPr spcFirstLastPara="1" wrap="square" lIns="91425" tIns="91425" rIns="91425" bIns="91425" anchor="ctr" anchorCtr="0">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95" name="Google Shape;495;p47"/>
          <p:cNvSpPr txBox="1">
            <a:spLocks noGrp="1"/>
          </p:cNvSpPr>
          <p:nvPr>
            <p:ph type="title" idx="5"/>
          </p:nvPr>
        </p:nvSpPr>
        <p:spPr>
          <a:xfrm>
            <a:off x="3439700" y="3452850"/>
            <a:ext cx="4656900" cy="685800"/>
          </a:xfrm>
          <a:prstGeom prst="rect">
            <a:avLst/>
          </a:prstGeom>
        </p:spPr>
        <p:txBody>
          <a:bodyPr spcFirstLastPara="1" wrap="square" lIns="91425" tIns="91425" rIns="91425" bIns="91425" anchor="ctr" anchorCtr="0">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96" name="Google Shape;496;p47"/>
          <p:cNvSpPr txBox="1">
            <a:spLocks noGrp="1"/>
          </p:cNvSpPr>
          <p:nvPr>
            <p:ph type="title" idx="6"/>
          </p:nvPr>
        </p:nvSpPr>
        <p:spPr>
          <a:xfrm>
            <a:off x="4236800" y="4138650"/>
            <a:ext cx="4656900" cy="685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Action">
  <p:cSld name="CUSTOM_9_2">
    <p:bg>
      <p:bgPr>
        <a:solidFill>
          <a:schemeClr val="dk1"/>
        </a:solidFill>
        <a:effectLst/>
      </p:bgPr>
    </p:bg>
    <p:spTree>
      <p:nvGrpSpPr>
        <p:cNvPr id="1" name="Shape 497"/>
        <p:cNvGrpSpPr/>
        <p:nvPr/>
      </p:nvGrpSpPr>
      <p:grpSpPr>
        <a:xfrm>
          <a:off x="0" y="0"/>
          <a:ext cx="0" cy="0"/>
          <a:chOff x="0" y="0"/>
          <a:chExt cx="0" cy="0"/>
        </a:xfrm>
      </p:grpSpPr>
      <p:sp>
        <p:nvSpPr>
          <p:cNvPr id="498" name="Google Shape;498;p48"/>
          <p:cNvSpPr/>
          <p:nvPr/>
        </p:nvSpPr>
        <p:spPr>
          <a:xfrm rot="5400000">
            <a:off x="4391175" y="560850"/>
            <a:ext cx="321000" cy="8851800"/>
          </a:xfrm>
          <a:prstGeom prst="round2SameRect">
            <a:avLst>
              <a:gd name="adj1" fmla="val 50000"/>
              <a:gd name="adj2" fmla="val 5000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sp>
        <p:nvSpPr>
          <p:cNvPr id="499" name="Google Shape;499;p48"/>
          <p:cNvSpPr txBox="1">
            <a:spLocks noGrp="1"/>
          </p:cNvSpPr>
          <p:nvPr>
            <p:ph type="title"/>
          </p:nvPr>
        </p:nvSpPr>
        <p:spPr>
          <a:xfrm>
            <a:off x="125700" y="125600"/>
            <a:ext cx="6376800" cy="1685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5600"/>
              <a:buNone/>
              <a:defRPr>
                <a:solidFill>
                  <a:schemeClr val="lt1"/>
                </a:solidFill>
              </a:defRPr>
            </a:lvl1pPr>
            <a:lvl2pPr lvl="1">
              <a:spcBef>
                <a:spcPts val="0"/>
              </a:spcBef>
              <a:spcAft>
                <a:spcPts val="0"/>
              </a:spcAft>
              <a:buClr>
                <a:schemeClr val="lt1"/>
              </a:buClr>
              <a:buSzPts val="1400"/>
              <a:buNone/>
              <a:defRPr>
                <a:solidFill>
                  <a:schemeClr val="lt1"/>
                </a:solidFill>
                <a:latin typeface="Roboto"/>
                <a:ea typeface="Roboto"/>
                <a:cs typeface="Roboto"/>
                <a:sym typeface="Roboto"/>
              </a:defRPr>
            </a:lvl2pPr>
            <a:lvl3pPr lvl="2">
              <a:spcBef>
                <a:spcPts val="0"/>
              </a:spcBef>
              <a:spcAft>
                <a:spcPts val="0"/>
              </a:spcAft>
              <a:buClr>
                <a:schemeClr val="lt1"/>
              </a:buClr>
              <a:buSzPts val="1400"/>
              <a:buNone/>
              <a:defRPr>
                <a:solidFill>
                  <a:schemeClr val="lt1"/>
                </a:solidFill>
                <a:latin typeface="Roboto"/>
                <a:ea typeface="Roboto"/>
                <a:cs typeface="Roboto"/>
                <a:sym typeface="Roboto"/>
              </a:defRPr>
            </a:lvl3pPr>
            <a:lvl4pPr lvl="3">
              <a:spcBef>
                <a:spcPts val="0"/>
              </a:spcBef>
              <a:spcAft>
                <a:spcPts val="0"/>
              </a:spcAft>
              <a:buClr>
                <a:schemeClr val="lt1"/>
              </a:buClr>
              <a:buSzPts val="1400"/>
              <a:buNone/>
              <a:defRPr>
                <a:solidFill>
                  <a:schemeClr val="lt1"/>
                </a:solidFill>
                <a:latin typeface="Roboto"/>
                <a:ea typeface="Roboto"/>
                <a:cs typeface="Roboto"/>
                <a:sym typeface="Roboto"/>
              </a:defRPr>
            </a:lvl4pPr>
            <a:lvl5pPr lvl="4">
              <a:spcBef>
                <a:spcPts val="0"/>
              </a:spcBef>
              <a:spcAft>
                <a:spcPts val="0"/>
              </a:spcAft>
              <a:buClr>
                <a:schemeClr val="lt1"/>
              </a:buClr>
              <a:buSzPts val="1400"/>
              <a:buNone/>
              <a:defRPr>
                <a:solidFill>
                  <a:schemeClr val="lt1"/>
                </a:solidFill>
                <a:latin typeface="Roboto"/>
                <a:ea typeface="Roboto"/>
                <a:cs typeface="Roboto"/>
                <a:sym typeface="Roboto"/>
              </a:defRPr>
            </a:lvl5pPr>
            <a:lvl6pPr lvl="5">
              <a:spcBef>
                <a:spcPts val="0"/>
              </a:spcBef>
              <a:spcAft>
                <a:spcPts val="0"/>
              </a:spcAft>
              <a:buClr>
                <a:schemeClr val="lt1"/>
              </a:buClr>
              <a:buSzPts val="1400"/>
              <a:buNone/>
              <a:defRPr>
                <a:solidFill>
                  <a:schemeClr val="lt1"/>
                </a:solidFill>
                <a:latin typeface="Roboto"/>
                <a:ea typeface="Roboto"/>
                <a:cs typeface="Roboto"/>
                <a:sym typeface="Roboto"/>
              </a:defRPr>
            </a:lvl6pPr>
            <a:lvl7pPr lvl="6">
              <a:spcBef>
                <a:spcPts val="0"/>
              </a:spcBef>
              <a:spcAft>
                <a:spcPts val="0"/>
              </a:spcAft>
              <a:buClr>
                <a:schemeClr val="lt1"/>
              </a:buClr>
              <a:buSzPts val="1400"/>
              <a:buNone/>
              <a:defRPr>
                <a:solidFill>
                  <a:schemeClr val="lt1"/>
                </a:solidFill>
                <a:latin typeface="Roboto"/>
                <a:ea typeface="Roboto"/>
                <a:cs typeface="Roboto"/>
                <a:sym typeface="Roboto"/>
              </a:defRPr>
            </a:lvl7pPr>
            <a:lvl8pPr lvl="7">
              <a:spcBef>
                <a:spcPts val="0"/>
              </a:spcBef>
              <a:spcAft>
                <a:spcPts val="0"/>
              </a:spcAft>
              <a:buClr>
                <a:schemeClr val="lt1"/>
              </a:buClr>
              <a:buSzPts val="1400"/>
              <a:buNone/>
              <a:defRPr>
                <a:solidFill>
                  <a:schemeClr val="lt1"/>
                </a:solidFill>
                <a:latin typeface="Roboto"/>
                <a:ea typeface="Roboto"/>
                <a:cs typeface="Roboto"/>
                <a:sym typeface="Roboto"/>
              </a:defRPr>
            </a:lvl8pPr>
            <a:lvl9pPr lvl="8">
              <a:spcBef>
                <a:spcPts val="0"/>
              </a:spcBef>
              <a:spcAft>
                <a:spcPts val="0"/>
              </a:spcAft>
              <a:buClr>
                <a:schemeClr val="lt1"/>
              </a:buClr>
              <a:buSzPts val="1400"/>
              <a:buNone/>
              <a:defRPr>
                <a:solidFill>
                  <a:schemeClr val="lt1"/>
                </a:solidFill>
                <a:latin typeface="Roboto"/>
                <a:ea typeface="Roboto"/>
                <a:cs typeface="Roboto"/>
                <a:sym typeface="Roboto"/>
              </a:defRPr>
            </a:lvl9pPr>
          </a:lstStyle>
          <a:p>
            <a:endParaRPr/>
          </a:p>
        </p:txBody>
      </p:sp>
      <p:cxnSp>
        <p:nvCxnSpPr>
          <p:cNvPr id="500" name="Google Shape;500;p48"/>
          <p:cNvCxnSpPr/>
          <p:nvPr/>
        </p:nvCxnSpPr>
        <p:spPr>
          <a:xfrm>
            <a:off x="2762250" y="4827750"/>
            <a:ext cx="0" cy="316500"/>
          </a:xfrm>
          <a:prstGeom prst="straightConnector1">
            <a:avLst/>
          </a:prstGeom>
          <a:noFill/>
          <a:ln w="9525" cap="flat" cmpd="sng">
            <a:solidFill>
              <a:schemeClr val="lt1"/>
            </a:solidFill>
            <a:prstDash val="solid"/>
            <a:round/>
            <a:headEnd type="none" w="med" len="med"/>
            <a:tailEnd type="none" w="med" len="med"/>
          </a:ln>
        </p:spPr>
      </p:cxnSp>
      <p:sp>
        <p:nvSpPr>
          <p:cNvPr id="501" name="Google Shape;501;p48"/>
          <p:cNvSpPr txBox="1">
            <a:spLocks noGrp="1"/>
          </p:cNvSpPr>
          <p:nvPr>
            <p:ph type="subTitle" idx="1"/>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a:endParaRPr/>
          </a:p>
        </p:txBody>
      </p:sp>
      <p:sp>
        <p:nvSpPr>
          <p:cNvPr id="502" name="Google Shape;502;p48"/>
          <p:cNvSpPr txBox="1">
            <a:spLocks noGrp="1"/>
          </p:cNvSpPr>
          <p:nvPr>
            <p:ph type="subTitle" idx="2"/>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800"/>
              <a:buNone/>
              <a:defRPr sz="800">
                <a:solidFill>
                  <a:schemeClr val="lt1"/>
                </a:solidFill>
              </a:defRPr>
            </a:lvl1pPr>
            <a:lvl2pPr lvl="1" algn="ctr">
              <a:spcBef>
                <a:spcPts val="0"/>
              </a:spcBef>
              <a:spcAft>
                <a:spcPts val="0"/>
              </a:spcAft>
              <a:buClr>
                <a:schemeClr val="lt1"/>
              </a:buClr>
              <a:buSzPts val="1000"/>
              <a:buNone/>
              <a:defRPr>
                <a:solidFill>
                  <a:schemeClr val="lt1"/>
                </a:solidFill>
              </a:defRPr>
            </a:lvl2pPr>
            <a:lvl3pPr lvl="2" algn="ctr">
              <a:spcBef>
                <a:spcPts val="0"/>
              </a:spcBef>
              <a:spcAft>
                <a:spcPts val="0"/>
              </a:spcAft>
              <a:buClr>
                <a:schemeClr val="lt1"/>
              </a:buClr>
              <a:buSzPts val="1000"/>
              <a:buNone/>
              <a:defRPr>
                <a:solidFill>
                  <a:schemeClr val="lt1"/>
                </a:solidFill>
              </a:defRPr>
            </a:lvl3pPr>
            <a:lvl4pPr lvl="3" algn="ctr">
              <a:spcBef>
                <a:spcPts val="0"/>
              </a:spcBef>
              <a:spcAft>
                <a:spcPts val="0"/>
              </a:spcAft>
              <a:buClr>
                <a:schemeClr val="lt1"/>
              </a:buClr>
              <a:buSzPts val="1000"/>
              <a:buNone/>
              <a:defRPr>
                <a:solidFill>
                  <a:schemeClr val="lt1"/>
                </a:solidFill>
              </a:defRPr>
            </a:lvl4pPr>
            <a:lvl5pPr lvl="4" algn="ctr">
              <a:spcBef>
                <a:spcPts val="0"/>
              </a:spcBef>
              <a:spcAft>
                <a:spcPts val="0"/>
              </a:spcAft>
              <a:buClr>
                <a:schemeClr val="lt1"/>
              </a:buClr>
              <a:buSzPts val="1000"/>
              <a:buNone/>
              <a:defRPr>
                <a:solidFill>
                  <a:schemeClr val="lt1"/>
                </a:solidFill>
              </a:defRPr>
            </a:lvl5pPr>
            <a:lvl6pPr lvl="5" algn="ctr">
              <a:spcBef>
                <a:spcPts val="0"/>
              </a:spcBef>
              <a:spcAft>
                <a:spcPts val="0"/>
              </a:spcAft>
              <a:buClr>
                <a:schemeClr val="lt1"/>
              </a:buClr>
              <a:buSzPts val="1000"/>
              <a:buNone/>
              <a:defRPr>
                <a:solidFill>
                  <a:schemeClr val="lt1"/>
                </a:solidFill>
              </a:defRPr>
            </a:lvl6pPr>
            <a:lvl7pPr lvl="6" algn="ctr">
              <a:spcBef>
                <a:spcPts val="0"/>
              </a:spcBef>
              <a:spcAft>
                <a:spcPts val="0"/>
              </a:spcAft>
              <a:buClr>
                <a:schemeClr val="lt1"/>
              </a:buClr>
              <a:buSzPts val="1000"/>
              <a:buNone/>
              <a:defRPr>
                <a:solidFill>
                  <a:schemeClr val="lt1"/>
                </a:solidFill>
              </a:defRPr>
            </a:lvl7pPr>
            <a:lvl8pPr lvl="7" algn="ctr">
              <a:spcBef>
                <a:spcPts val="0"/>
              </a:spcBef>
              <a:spcAft>
                <a:spcPts val="0"/>
              </a:spcAft>
              <a:buClr>
                <a:schemeClr val="lt1"/>
              </a:buClr>
              <a:buSzPts val="1000"/>
              <a:buNone/>
              <a:defRPr>
                <a:solidFill>
                  <a:schemeClr val="lt1"/>
                </a:solidFill>
              </a:defRPr>
            </a:lvl8pPr>
            <a:lvl9pPr lvl="8" algn="ctr">
              <a:spcBef>
                <a:spcPts val="0"/>
              </a:spcBef>
              <a:spcAft>
                <a:spcPts val="0"/>
              </a:spcAft>
              <a:buClr>
                <a:schemeClr val="lt1"/>
              </a:buClr>
              <a:buSzPts val="1000"/>
              <a:buNone/>
              <a:defRPr>
                <a:solidFill>
                  <a:schemeClr val="lt1"/>
                </a:solidFill>
              </a:defRPr>
            </a:lvl9pPr>
          </a:lstStyle>
          <a:p>
            <a:endParaRPr/>
          </a:p>
        </p:txBody>
      </p:sp>
      <p:cxnSp>
        <p:nvCxnSpPr>
          <p:cNvPr id="503" name="Google Shape;503;p48"/>
          <p:cNvCxnSpPr/>
          <p:nvPr/>
        </p:nvCxnSpPr>
        <p:spPr>
          <a:xfrm>
            <a:off x="0" y="2448900"/>
            <a:ext cx="9144000" cy="0"/>
          </a:xfrm>
          <a:prstGeom prst="straightConnector1">
            <a:avLst/>
          </a:prstGeom>
          <a:noFill/>
          <a:ln w="19050" cap="flat" cmpd="sng">
            <a:solidFill>
              <a:schemeClr val="lt1"/>
            </a:solidFill>
            <a:prstDash val="solid"/>
            <a:round/>
            <a:headEnd type="none" w="med" len="med"/>
            <a:tailEnd type="none" w="med" len="med"/>
          </a:ln>
        </p:spPr>
      </p:cxnSp>
      <p:cxnSp>
        <p:nvCxnSpPr>
          <p:cNvPr id="504" name="Google Shape;504;p48"/>
          <p:cNvCxnSpPr/>
          <p:nvPr/>
        </p:nvCxnSpPr>
        <p:spPr>
          <a:xfrm>
            <a:off x="0" y="3382675"/>
            <a:ext cx="9144000" cy="0"/>
          </a:xfrm>
          <a:prstGeom prst="straightConnector1">
            <a:avLst/>
          </a:prstGeom>
          <a:noFill/>
          <a:ln w="19050" cap="flat" cmpd="sng">
            <a:solidFill>
              <a:schemeClr val="lt1"/>
            </a:solidFill>
            <a:prstDash val="solid"/>
            <a:round/>
            <a:headEnd type="none" w="med" len="med"/>
            <a:tailEnd type="none" w="med" len="med"/>
          </a:ln>
        </p:spPr>
      </p:cxnSp>
      <p:cxnSp>
        <p:nvCxnSpPr>
          <p:cNvPr id="505" name="Google Shape;505;p48"/>
          <p:cNvCxnSpPr/>
          <p:nvPr/>
        </p:nvCxnSpPr>
        <p:spPr>
          <a:xfrm>
            <a:off x="0" y="4313750"/>
            <a:ext cx="9144000" cy="0"/>
          </a:xfrm>
          <a:prstGeom prst="straightConnector1">
            <a:avLst/>
          </a:prstGeom>
          <a:noFill/>
          <a:ln w="19050" cap="flat" cmpd="sng">
            <a:solidFill>
              <a:schemeClr val="lt1"/>
            </a:solidFill>
            <a:prstDash val="solid"/>
            <a:round/>
            <a:headEnd type="none" w="med" len="med"/>
            <a:tailEnd type="none" w="med" len="med"/>
          </a:ln>
        </p:spPr>
      </p:cxnSp>
      <p:sp>
        <p:nvSpPr>
          <p:cNvPr id="506" name="Google Shape;506;p48"/>
          <p:cNvSpPr/>
          <p:nvPr/>
        </p:nvSpPr>
        <p:spPr>
          <a:xfrm>
            <a:off x="251400" y="2063988"/>
            <a:ext cx="4656900" cy="7752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507" name="Google Shape;507;p48"/>
          <p:cNvSpPr txBox="1">
            <a:spLocks noGrp="1"/>
          </p:cNvSpPr>
          <p:nvPr>
            <p:ph type="subTitle" idx="3"/>
          </p:nvPr>
        </p:nvSpPr>
        <p:spPr>
          <a:xfrm>
            <a:off x="251400" y="2063988"/>
            <a:ext cx="4656900" cy="775200"/>
          </a:xfrm>
          <a:prstGeom prst="rect">
            <a:avLst/>
          </a:prstGeom>
        </p:spPr>
        <p:txBody>
          <a:bodyPr spcFirstLastPara="1" wrap="square" lIns="91425" tIns="91425" rIns="91425" bIns="91425" anchor="ctr" anchorCtr="0">
            <a:noAutofit/>
          </a:bodyPr>
          <a:lstStyle>
            <a:lvl1pPr lvl="0" algn="ctr">
              <a:spcBef>
                <a:spcPts val="0"/>
              </a:spcBef>
              <a:spcAft>
                <a:spcPts val="0"/>
              </a:spcAft>
              <a:buSzPts val="2400"/>
              <a:buFont typeface="Roboto Medium"/>
              <a:buNone/>
              <a:defRPr sz="2400" b="0">
                <a:latin typeface="Roboto Medium"/>
                <a:ea typeface="Roboto Medium"/>
                <a:cs typeface="Roboto Medium"/>
                <a:sym typeface="Roboto Medium"/>
              </a:defRPr>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a:endParaRPr/>
          </a:p>
        </p:txBody>
      </p:sp>
      <p:sp>
        <p:nvSpPr>
          <p:cNvPr id="508" name="Google Shape;508;p48"/>
          <p:cNvSpPr/>
          <p:nvPr/>
        </p:nvSpPr>
        <p:spPr>
          <a:xfrm>
            <a:off x="2243550" y="2995063"/>
            <a:ext cx="4656900" cy="7752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509" name="Google Shape;509;p48"/>
          <p:cNvSpPr txBox="1">
            <a:spLocks noGrp="1"/>
          </p:cNvSpPr>
          <p:nvPr>
            <p:ph type="subTitle" idx="4"/>
          </p:nvPr>
        </p:nvSpPr>
        <p:spPr>
          <a:xfrm>
            <a:off x="2243550" y="2995075"/>
            <a:ext cx="4656900" cy="775200"/>
          </a:xfrm>
          <a:prstGeom prst="rect">
            <a:avLst/>
          </a:prstGeom>
        </p:spPr>
        <p:txBody>
          <a:bodyPr spcFirstLastPara="1" wrap="square" lIns="91425" tIns="91425" rIns="91425" bIns="91425" anchor="ctr" anchorCtr="0">
            <a:noAutofit/>
          </a:bodyPr>
          <a:lstStyle>
            <a:lvl1pPr lvl="0" algn="ctr">
              <a:spcBef>
                <a:spcPts val="0"/>
              </a:spcBef>
              <a:spcAft>
                <a:spcPts val="0"/>
              </a:spcAft>
              <a:buSzPts val="2400"/>
              <a:buFont typeface="Roboto Medium"/>
              <a:buNone/>
              <a:defRPr sz="2400" b="0">
                <a:latin typeface="Roboto Medium"/>
                <a:ea typeface="Roboto Medium"/>
                <a:cs typeface="Roboto Medium"/>
                <a:sym typeface="Roboto Medium"/>
              </a:defRPr>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a:endParaRPr/>
          </a:p>
        </p:txBody>
      </p:sp>
      <p:sp>
        <p:nvSpPr>
          <p:cNvPr id="510" name="Google Shape;510;p48"/>
          <p:cNvSpPr/>
          <p:nvPr/>
        </p:nvSpPr>
        <p:spPr>
          <a:xfrm>
            <a:off x="4236800" y="3926150"/>
            <a:ext cx="4656900" cy="7752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511" name="Google Shape;511;p48"/>
          <p:cNvSpPr txBox="1">
            <a:spLocks noGrp="1"/>
          </p:cNvSpPr>
          <p:nvPr>
            <p:ph type="subTitle" idx="5"/>
          </p:nvPr>
        </p:nvSpPr>
        <p:spPr>
          <a:xfrm>
            <a:off x="4236800" y="3926163"/>
            <a:ext cx="4656900" cy="775200"/>
          </a:xfrm>
          <a:prstGeom prst="rect">
            <a:avLst/>
          </a:prstGeom>
        </p:spPr>
        <p:txBody>
          <a:bodyPr spcFirstLastPara="1" wrap="square" lIns="91425" tIns="91425" rIns="91425" bIns="91425" anchor="ctr" anchorCtr="0">
            <a:noAutofit/>
          </a:bodyPr>
          <a:lstStyle>
            <a:lvl1pPr lvl="0" algn="ctr">
              <a:spcBef>
                <a:spcPts val="0"/>
              </a:spcBef>
              <a:spcAft>
                <a:spcPts val="0"/>
              </a:spcAft>
              <a:buSzPts val="2400"/>
              <a:buFont typeface="Roboto Medium"/>
              <a:buNone/>
              <a:defRPr sz="2400" b="0">
                <a:latin typeface="Roboto Medium"/>
                <a:ea typeface="Roboto Medium"/>
                <a:cs typeface="Roboto Medium"/>
                <a:sym typeface="Roboto Medium"/>
              </a:defRPr>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a:endParaRPr/>
          </a:p>
        </p:txBody>
      </p:sp>
      <p:sp>
        <p:nvSpPr>
          <p:cNvPr id="512" name="Google Shape;512;p48"/>
          <p:cNvSpPr txBox="1">
            <a:spLocks noGrp="1"/>
          </p:cNvSpPr>
          <p:nvPr>
            <p:ph type="subTitle" idx="6"/>
          </p:nvPr>
        </p:nvSpPr>
        <p:spPr>
          <a:xfrm>
            <a:off x="5831000" y="125600"/>
            <a:ext cx="2140500" cy="405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000"/>
              <a:buNone/>
              <a:defRPr>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a:endParaRPr/>
          </a:p>
        </p:txBody>
      </p:sp>
      <p:sp>
        <p:nvSpPr>
          <p:cNvPr id="513" name="Google Shape;513;p48"/>
          <p:cNvSpPr txBox="1">
            <a:spLocks noGrp="1"/>
          </p:cNvSpPr>
          <p:nvPr>
            <p:ph type="body" idx="7"/>
          </p:nvPr>
        </p:nvSpPr>
        <p:spPr>
          <a:xfrm>
            <a:off x="5831000" y="773325"/>
            <a:ext cx="3187200" cy="1164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chemeClr val="lt1"/>
              </a:buClr>
              <a:buSzPts val="14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4" name="Google Shape;514;p48"/>
          <p:cNvSpPr/>
          <p:nvPr/>
        </p:nvSpPr>
        <p:spPr>
          <a:xfrm rot="5400000">
            <a:off x="8611250" y="4735800"/>
            <a:ext cx="321000" cy="494100"/>
          </a:xfrm>
          <a:prstGeom prst="round2SameRect">
            <a:avLst>
              <a:gd name="adj1" fmla="val 50000"/>
              <a:gd name="adj2" fmla="val 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515" name="Google Shape;515;p48"/>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asks">
  <p:cSld name="CUSTOM_9_1_1">
    <p:spTree>
      <p:nvGrpSpPr>
        <p:cNvPr id="1" name="Shape 516"/>
        <p:cNvGrpSpPr/>
        <p:nvPr/>
      </p:nvGrpSpPr>
      <p:grpSpPr>
        <a:xfrm>
          <a:off x="0" y="0"/>
          <a:ext cx="0" cy="0"/>
          <a:chOff x="0" y="0"/>
          <a:chExt cx="0" cy="0"/>
        </a:xfrm>
      </p:grpSpPr>
      <p:sp>
        <p:nvSpPr>
          <p:cNvPr id="517" name="Google Shape;517;p49"/>
          <p:cNvSpPr/>
          <p:nvPr/>
        </p:nvSpPr>
        <p:spPr>
          <a:xfrm rot="5400000">
            <a:off x="4391175" y="560850"/>
            <a:ext cx="321000" cy="8851800"/>
          </a:xfrm>
          <a:prstGeom prst="round2SameRect">
            <a:avLst>
              <a:gd name="adj1" fmla="val 50000"/>
              <a:gd name="adj2"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a:ea typeface="Roboto"/>
              <a:cs typeface="Roboto"/>
              <a:sym typeface="Roboto"/>
            </a:endParaRPr>
          </a:p>
        </p:txBody>
      </p:sp>
      <p:cxnSp>
        <p:nvCxnSpPr>
          <p:cNvPr id="518" name="Google Shape;518;p49"/>
          <p:cNvCxnSpPr/>
          <p:nvPr/>
        </p:nvCxnSpPr>
        <p:spPr>
          <a:xfrm>
            <a:off x="2762250" y="4827350"/>
            <a:ext cx="0" cy="316800"/>
          </a:xfrm>
          <a:prstGeom prst="straightConnector1">
            <a:avLst/>
          </a:prstGeom>
          <a:noFill/>
          <a:ln w="9525" cap="flat" cmpd="sng">
            <a:solidFill>
              <a:schemeClr val="dk1"/>
            </a:solidFill>
            <a:prstDash val="solid"/>
            <a:round/>
            <a:headEnd type="none" w="med" len="med"/>
            <a:tailEnd type="none" w="med" len="med"/>
          </a:ln>
        </p:spPr>
      </p:cxnSp>
      <p:sp>
        <p:nvSpPr>
          <p:cNvPr id="519" name="Google Shape;519;p49"/>
          <p:cNvSpPr txBox="1">
            <a:spLocks noGrp="1"/>
          </p:cNvSpPr>
          <p:nvPr>
            <p:ph type="subTitle" idx="1"/>
          </p:nvPr>
        </p:nvSpPr>
        <p:spPr>
          <a:xfrm>
            <a:off x="251400" y="4827075"/>
            <a:ext cx="2205900" cy="314100"/>
          </a:xfrm>
          <a:prstGeom prst="rect">
            <a:avLst/>
          </a:prstGeom>
        </p:spPr>
        <p:txBody>
          <a:bodyPr spcFirstLastPara="1" wrap="square" lIns="91425" tIns="91425" rIns="91425" bIns="91425" anchor="t" anchorCtr="0">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520" name="Google Shape;520;p49"/>
          <p:cNvSpPr txBox="1">
            <a:spLocks noGrp="1"/>
          </p:cNvSpPr>
          <p:nvPr>
            <p:ph type="subTitle" idx="2"/>
          </p:nvPr>
        </p:nvSpPr>
        <p:spPr>
          <a:xfrm>
            <a:off x="3545100" y="4829700"/>
            <a:ext cx="2053800" cy="314100"/>
          </a:xfrm>
          <a:prstGeom prst="rect">
            <a:avLst/>
          </a:prstGeom>
        </p:spPr>
        <p:txBody>
          <a:bodyPr spcFirstLastPara="1" wrap="square" lIns="91425" tIns="91425" rIns="91425" bIns="91425" anchor="t" anchorCtr="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a:endParaRPr/>
          </a:p>
        </p:txBody>
      </p:sp>
      <p:sp>
        <p:nvSpPr>
          <p:cNvPr id="521" name="Google Shape;521;p49"/>
          <p:cNvSpPr/>
          <p:nvPr/>
        </p:nvSpPr>
        <p:spPr>
          <a:xfrm>
            <a:off x="6628100" y="2061300"/>
            <a:ext cx="2265600" cy="2640300"/>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49"/>
          <p:cNvSpPr/>
          <p:nvPr/>
        </p:nvSpPr>
        <p:spPr>
          <a:xfrm>
            <a:off x="3439750" y="2061300"/>
            <a:ext cx="2265600" cy="26403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49"/>
          <p:cNvSpPr/>
          <p:nvPr/>
        </p:nvSpPr>
        <p:spPr>
          <a:xfrm>
            <a:off x="251400" y="2061300"/>
            <a:ext cx="2265600" cy="26403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49"/>
          <p:cNvSpPr txBox="1">
            <a:spLocks noGrp="1"/>
          </p:cNvSpPr>
          <p:nvPr>
            <p:ph type="title"/>
          </p:nvPr>
        </p:nvSpPr>
        <p:spPr>
          <a:xfrm>
            <a:off x="125700" y="125600"/>
            <a:ext cx="6376800" cy="1685100"/>
          </a:xfrm>
          <a:prstGeom prst="rect">
            <a:avLst/>
          </a:prstGeom>
        </p:spPr>
        <p:txBody>
          <a:bodyPr spcFirstLastPara="1" wrap="square" lIns="91425" tIns="91425" rIns="91425" bIns="91425" anchor="t" anchorCtr="0">
            <a:noAutofit/>
          </a:bodyPr>
          <a:lstStyle>
            <a:lvl1pPr lvl="0">
              <a:spcBef>
                <a:spcPts val="0"/>
              </a:spcBef>
              <a:spcAft>
                <a:spcPts val="0"/>
              </a:spcAft>
              <a:buSzPts val="5600"/>
              <a:buNone/>
              <a:defRPr/>
            </a:lvl1pPr>
            <a:lvl2pPr lvl="1">
              <a:spcBef>
                <a:spcPts val="0"/>
              </a:spcBef>
              <a:spcAft>
                <a:spcPts val="0"/>
              </a:spcAft>
              <a:buSzPts val="1400"/>
              <a:buNone/>
              <a:defRPr>
                <a:latin typeface="Roboto"/>
                <a:ea typeface="Roboto"/>
                <a:cs typeface="Roboto"/>
                <a:sym typeface="Roboto"/>
              </a:defRPr>
            </a:lvl2pPr>
            <a:lvl3pPr lvl="2">
              <a:spcBef>
                <a:spcPts val="0"/>
              </a:spcBef>
              <a:spcAft>
                <a:spcPts val="0"/>
              </a:spcAft>
              <a:buSzPts val="1400"/>
              <a:buNone/>
              <a:defRPr>
                <a:latin typeface="Roboto"/>
                <a:ea typeface="Roboto"/>
                <a:cs typeface="Roboto"/>
                <a:sym typeface="Roboto"/>
              </a:defRPr>
            </a:lvl3pPr>
            <a:lvl4pPr lvl="3">
              <a:spcBef>
                <a:spcPts val="0"/>
              </a:spcBef>
              <a:spcAft>
                <a:spcPts val="0"/>
              </a:spcAft>
              <a:buSzPts val="1400"/>
              <a:buNone/>
              <a:defRPr>
                <a:latin typeface="Roboto"/>
                <a:ea typeface="Roboto"/>
                <a:cs typeface="Roboto"/>
                <a:sym typeface="Roboto"/>
              </a:defRPr>
            </a:lvl4pPr>
            <a:lvl5pPr lvl="4">
              <a:spcBef>
                <a:spcPts val="0"/>
              </a:spcBef>
              <a:spcAft>
                <a:spcPts val="0"/>
              </a:spcAft>
              <a:buSzPts val="1400"/>
              <a:buNone/>
              <a:defRPr>
                <a:latin typeface="Roboto"/>
                <a:ea typeface="Roboto"/>
                <a:cs typeface="Roboto"/>
                <a:sym typeface="Roboto"/>
              </a:defRPr>
            </a:lvl5pPr>
            <a:lvl6pPr lvl="5">
              <a:spcBef>
                <a:spcPts val="0"/>
              </a:spcBef>
              <a:spcAft>
                <a:spcPts val="0"/>
              </a:spcAft>
              <a:buSzPts val="1400"/>
              <a:buNone/>
              <a:defRPr>
                <a:latin typeface="Roboto"/>
                <a:ea typeface="Roboto"/>
                <a:cs typeface="Roboto"/>
                <a:sym typeface="Roboto"/>
              </a:defRPr>
            </a:lvl6pPr>
            <a:lvl7pPr lvl="6">
              <a:spcBef>
                <a:spcPts val="0"/>
              </a:spcBef>
              <a:spcAft>
                <a:spcPts val="0"/>
              </a:spcAft>
              <a:buSzPts val="1400"/>
              <a:buNone/>
              <a:defRPr>
                <a:latin typeface="Roboto"/>
                <a:ea typeface="Roboto"/>
                <a:cs typeface="Roboto"/>
                <a:sym typeface="Roboto"/>
              </a:defRPr>
            </a:lvl7pPr>
            <a:lvl8pPr lvl="7">
              <a:spcBef>
                <a:spcPts val="0"/>
              </a:spcBef>
              <a:spcAft>
                <a:spcPts val="0"/>
              </a:spcAft>
              <a:buSzPts val="1400"/>
              <a:buNone/>
              <a:defRPr>
                <a:latin typeface="Roboto"/>
                <a:ea typeface="Roboto"/>
                <a:cs typeface="Roboto"/>
                <a:sym typeface="Roboto"/>
              </a:defRPr>
            </a:lvl8pPr>
            <a:lvl9pPr lvl="8">
              <a:spcBef>
                <a:spcPts val="0"/>
              </a:spcBef>
              <a:spcAft>
                <a:spcPts val="0"/>
              </a:spcAft>
              <a:buSzPts val="1400"/>
              <a:buNone/>
              <a:defRPr>
                <a:latin typeface="Roboto"/>
                <a:ea typeface="Roboto"/>
                <a:cs typeface="Roboto"/>
                <a:sym typeface="Roboto"/>
              </a:defRPr>
            </a:lvl9pPr>
          </a:lstStyle>
          <a:p>
            <a:endParaRPr/>
          </a:p>
        </p:txBody>
      </p:sp>
      <p:sp>
        <p:nvSpPr>
          <p:cNvPr id="525" name="Google Shape;525;p49"/>
          <p:cNvSpPr txBox="1">
            <a:spLocks noGrp="1"/>
          </p:cNvSpPr>
          <p:nvPr>
            <p:ph type="title" idx="3"/>
          </p:nvPr>
        </p:nvSpPr>
        <p:spPr>
          <a:xfrm>
            <a:off x="251525" y="1585400"/>
            <a:ext cx="2265600" cy="475800"/>
          </a:xfrm>
          <a:prstGeom prst="rect">
            <a:avLst/>
          </a:prstGeom>
        </p:spPr>
        <p:txBody>
          <a:bodyPr spcFirstLastPara="1" wrap="square" lIns="0" tIns="0" rIns="0" bIns="0" anchor="ctr" anchorCtr="0">
            <a:noAutofit/>
          </a:bodyPr>
          <a:lstStyle>
            <a:lvl1pPr lvl="0" algn="ctr">
              <a:spcBef>
                <a:spcPts val="0"/>
              </a:spcBef>
              <a:spcAft>
                <a:spcPts val="0"/>
              </a:spcAft>
              <a:buSzPts val="1800"/>
              <a:buNone/>
              <a:defRPr sz="1800"/>
            </a:lvl1pPr>
            <a:lvl2pPr lvl="1" algn="ctr">
              <a:spcBef>
                <a:spcPts val="0"/>
              </a:spcBef>
              <a:spcAft>
                <a:spcPts val="0"/>
              </a:spcAft>
              <a:buClr>
                <a:schemeClr val="dk1"/>
              </a:buClr>
              <a:buSzPts val="1400"/>
              <a:buNone/>
              <a:defRPr>
                <a:solidFill>
                  <a:schemeClr val="dk1"/>
                </a:solidFill>
              </a:defRPr>
            </a:lvl2pPr>
            <a:lvl3pPr lvl="2" algn="ctr">
              <a:spcBef>
                <a:spcPts val="0"/>
              </a:spcBef>
              <a:spcAft>
                <a:spcPts val="0"/>
              </a:spcAft>
              <a:buClr>
                <a:schemeClr val="dk1"/>
              </a:buClr>
              <a:buSzPts val="1400"/>
              <a:buNone/>
              <a:defRPr>
                <a:solidFill>
                  <a:schemeClr val="dk1"/>
                </a:solidFill>
              </a:defRPr>
            </a:lvl3pPr>
            <a:lvl4pPr lvl="3" algn="ctr">
              <a:spcBef>
                <a:spcPts val="0"/>
              </a:spcBef>
              <a:spcAft>
                <a:spcPts val="0"/>
              </a:spcAft>
              <a:buClr>
                <a:schemeClr val="dk1"/>
              </a:buClr>
              <a:buSzPts val="1400"/>
              <a:buNone/>
              <a:defRPr>
                <a:solidFill>
                  <a:schemeClr val="dk1"/>
                </a:solidFill>
              </a:defRPr>
            </a:lvl4pPr>
            <a:lvl5pPr lvl="4" algn="ctr">
              <a:spcBef>
                <a:spcPts val="0"/>
              </a:spcBef>
              <a:spcAft>
                <a:spcPts val="0"/>
              </a:spcAft>
              <a:buClr>
                <a:schemeClr val="dk1"/>
              </a:buClr>
              <a:buSzPts val="1400"/>
              <a:buNone/>
              <a:defRPr>
                <a:solidFill>
                  <a:schemeClr val="dk1"/>
                </a:solidFill>
              </a:defRPr>
            </a:lvl5pPr>
            <a:lvl6pPr lvl="5" algn="ctr">
              <a:spcBef>
                <a:spcPts val="0"/>
              </a:spcBef>
              <a:spcAft>
                <a:spcPts val="0"/>
              </a:spcAft>
              <a:buClr>
                <a:schemeClr val="dk1"/>
              </a:buClr>
              <a:buSzPts val="1400"/>
              <a:buNone/>
              <a:defRPr>
                <a:solidFill>
                  <a:schemeClr val="dk1"/>
                </a:solidFill>
              </a:defRPr>
            </a:lvl6pPr>
            <a:lvl7pPr lvl="6" algn="ctr">
              <a:spcBef>
                <a:spcPts val="0"/>
              </a:spcBef>
              <a:spcAft>
                <a:spcPts val="0"/>
              </a:spcAft>
              <a:buClr>
                <a:schemeClr val="dk1"/>
              </a:buClr>
              <a:buSzPts val="1400"/>
              <a:buNone/>
              <a:defRPr>
                <a:solidFill>
                  <a:schemeClr val="dk1"/>
                </a:solidFill>
              </a:defRPr>
            </a:lvl7pPr>
            <a:lvl8pPr lvl="7" algn="ctr">
              <a:spcBef>
                <a:spcPts val="0"/>
              </a:spcBef>
              <a:spcAft>
                <a:spcPts val="0"/>
              </a:spcAft>
              <a:buClr>
                <a:schemeClr val="dk1"/>
              </a:buClr>
              <a:buSzPts val="1400"/>
              <a:buNone/>
              <a:defRPr>
                <a:solidFill>
                  <a:schemeClr val="dk1"/>
                </a:solidFill>
              </a:defRPr>
            </a:lvl8pPr>
            <a:lvl9pPr lvl="8" algn="ctr">
              <a:spcBef>
                <a:spcPts val="0"/>
              </a:spcBef>
              <a:spcAft>
                <a:spcPts val="0"/>
              </a:spcAft>
              <a:buClr>
                <a:schemeClr val="dk1"/>
              </a:buClr>
              <a:buSzPts val="1400"/>
              <a:buNone/>
              <a:defRPr>
                <a:solidFill>
                  <a:schemeClr val="dk1"/>
                </a:solidFill>
              </a:defRPr>
            </a:lvl9pPr>
          </a:lstStyle>
          <a:p>
            <a:endParaRPr/>
          </a:p>
        </p:txBody>
      </p:sp>
      <p:sp>
        <p:nvSpPr>
          <p:cNvPr id="526" name="Google Shape;526;p49"/>
          <p:cNvSpPr txBox="1">
            <a:spLocks noGrp="1"/>
          </p:cNvSpPr>
          <p:nvPr>
            <p:ph type="title" idx="4"/>
          </p:nvPr>
        </p:nvSpPr>
        <p:spPr>
          <a:xfrm>
            <a:off x="3439750" y="1585400"/>
            <a:ext cx="2265600" cy="475800"/>
          </a:xfrm>
          <a:prstGeom prst="rect">
            <a:avLst/>
          </a:prstGeom>
        </p:spPr>
        <p:txBody>
          <a:bodyPr spcFirstLastPara="1" wrap="square" lIns="0" tIns="0" rIns="0" bIns="0" anchor="ctr" anchorCtr="0">
            <a:noAutofit/>
          </a:bodyPr>
          <a:lstStyle>
            <a:lvl1pPr lvl="0" algn="ctr">
              <a:spcBef>
                <a:spcPts val="0"/>
              </a:spcBef>
              <a:spcAft>
                <a:spcPts val="0"/>
              </a:spcAft>
              <a:buSzPts val="1800"/>
              <a:buNone/>
              <a:defRPr sz="1800"/>
            </a:lvl1pPr>
            <a:lvl2pPr lvl="1" algn="ctr">
              <a:spcBef>
                <a:spcPts val="0"/>
              </a:spcBef>
              <a:spcAft>
                <a:spcPts val="0"/>
              </a:spcAft>
              <a:buClr>
                <a:schemeClr val="dk1"/>
              </a:buClr>
              <a:buSzPts val="1400"/>
              <a:buNone/>
              <a:defRPr>
                <a:solidFill>
                  <a:schemeClr val="dk1"/>
                </a:solidFill>
              </a:defRPr>
            </a:lvl2pPr>
            <a:lvl3pPr lvl="2" algn="ctr">
              <a:spcBef>
                <a:spcPts val="0"/>
              </a:spcBef>
              <a:spcAft>
                <a:spcPts val="0"/>
              </a:spcAft>
              <a:buClr>
                <a:schemeClr val="dk1"/>
              </a:buClr>
              <a:buSzPts val="1400"/>
              <a:buNone/>
              <a:defRPr>
                <a:solidFill>
                  <a:schemeClr val="dk1"/>
                </a:solidFill>
              </a:defRPr>
            </a:lvl3pPr>
            <a:lvl4pPr lvl="3" algn="ctr">
              <a:spcBef>
                <a:spcPts val="0"/>
              </a:spcBef>
              <a:spcAft>
                <a:spcPts val="0"/>
              </a:spcAft>
              <a:buClr>
                <a:schemeClr val="dk1"/>
              </a:buClr>
              <a:buSzPts val="1400"/>
              <a:buNone/>
              <a:defRPr>
                <a:solidFill>
                  <a:schemeClr val="dk1"/>
                </a:solidFill>
              </a:defRPr>
            </a:lvl4pPr>
            <a:lvl5pPr lvl="4" algn="ctr">
              <a:spcBef>
                <a:spcPts val="0"/>
              </a:spcBef>
              <a:spcAft>
                <a:spcPts val="0"/>
              </a:spcAft>
              <a:buClr>
                <a:schemeClr val="dk1"/>
              </a:buClr>
              <a:buSzPts val="1400"/>
              <a:buNone/>
              <a:defRPr>
                <a:solidFill>
                  <a:schemeClr val="dk1"/>
                </a:solidFill>
              </a:defRPr>
            </a:lvl5pPr>
            <a:lvl6pPr lvl="5" algn="ctr">
              <a:spcBef>
                <a:spcPts val="0"/>
              </a:spcBef>
              <a:spcAft>
                <a:spcPts val="0"/>
              </a:spcAft>
              <a:buClr>
                <a:schemeClr val="dk1"/>
              </a:buClr>
              <a:buSzPts val="1400"/>
              <a:buNone/>
              <a:defRPr>
                <a:solidFill>
                  <a:schemeClr val="dk1"/>
                </a:solidFill>
              </a:defRPr>
            </a:lvl6pPr>
            <a:lvl7pPr lvl="6" algn="ctr">
              <a:spcBef>
                <a:spcPts val="0"/>
              </a:spcBef>
              <a:spcAft>
                <a:spcPts val="0"/>
              </a:spcAft>
              <a:buClr>
                <a:schemeClr val="dk1"/>
              </a:buClr>
              <a:buSzPts val="1400"/>
              <a:buNone/>
              <a:defRPr>
                <a:solidFill>
                  <a:schemeClr val="dk1"/>
                </a:solidFill>
              </a:defRPr>
            </a:lvl7pPr>
            <a:lvl8pPr lvl="7" algn="ctr">
              <a:spcBef>
                <a:spcPts val="0"/>
              </a:spcBef>
              <a:spcAft>
                <a:spcPts val="0"/>
              </a:spcAft>
              <a:buClr>
                <a:schemeClr val="dk1"/>
              </a:buClr>
              <a:buSzPts val="1400"/>
              <a:buNone/>
              <a:defRPr>
                <a:solidFill>
                  <a:schemeClr val="dk1"/>
                </a:solidFill>
              </a:defRPr>
            </a:lvl8pPr>
            <a:lvl9pPr lvl="8" algn="ctr">
              <a:spcBef>
                <a:spcPts val="0"/>
              </a:spcBef>
              <a:spcAft>
                <a:spcPts val="0"/>
              </a:spcAft>
              <a:buClr>
                <a:schemeClr val="dk1"/>
              </a:buClr>
              <a:buSzPts val="1400"/>
              <a:buNone/>
              <a:defRPr>
                <a:solidFill>
                  <a:schemeClr val="dk1"/>
                </a:solidFill>
              </a:defRPr>
            </a:lvl9pPr>
          </a:lstStyle>
          <a:p>
            <a:endParaRPr/>
          </a:p>
        </p:txBody>
      </p:sp>
      <p:sp>
        <p:nvSpPr>
          <p:cNvPr id="527" name="Google Shape;527;p49"/>
          <p:cNvSpPr txBox="1">
            <a:spLocks noGrp="1"/>
          </p:cNvSpPr>
          <p:nvPr>
            <p:ph type="title" idx="5"/>
          </p:nvPr>
        </p:nvSpPr>
        <p:spPr>
          <a:xfrm>
            <a:off x="6627975" y="1585400"/>
            <a:ext cx="2265600" cy="475800"/>
          </a:xfrm>
          <a:prstGeom prst="rect">
            <a:avLst/>
          </a:prstGeom>
        </p:spPr>
        <p:txBody>
          <a:bodyPr spcFirstLastPara="1" wrap="square" lIns="0" tIns="0" rIns="0" bIns="0" anchor="ctr" anchorCtr="0">
            <a:noAutofit/>
          </a:bodyPr>
          <a:lstStyle>
            <a:lvl1pPr lvl="0" algn="ctr">
              <a:spcBef>
                <a:spcPts val="0"/>
              </a:spcBef>
              <a:spcAft>
                <a:spcPts val="0"/>
              </a:spcAft>
              <a:buSzPts val="1800"/>
              <a:buNone/>
              <a:defRPr sz="1800"/>
            </a:lvl1pPr>
            <a:lvl2pPr lvl="1" algn="ctr">
              <a:spcBef>
                <a:spcPts val="0"/>
              </a:spcBef>
              <a:spcAft>
                <a:spcPts val="0"/>
              </a:spcAft>
              <a:buClr>
                <a:schemeClr val="dk1"/>
              </a:buClr>
              <a:buSzPts val="1400"/>
              <a:buNone/>
              <a:defRPr>
                <a:solidFill>
                  <a:schemeClr val="dk1"/>
                </a:solidFill>
              </a:defRPr>
            </a:lvl2pPr>
            <a:lvl3pPr lvl="2" algn="ctr">
              <a:spcBef>
                <a:spcPts val="0"/>
              </a:spcBef>
              <a:spcAft>
                <a:spcPts val="0"/>
              </a:spcAft>
              <a:buClr>
                <a:schemeClr val="dk1"/>
              </a:buClr>
              <a:buSzPts val="1400"/>
              <a:buNone/>
              <a:defRPr>
                <a:solidFill>
                  <a:schemeClr val="dk1"/>
                </a:solidFill>
              </a:defRPr>
            </a:lvl3pPr>
            <a:lvl4pPr lvl="3" algn="ctr">
              <a:spcBef>
                <a:spcPts val="0"/>
              </a:spcBef>
              <a:spcAft>
                <a:spcPts val="0"/>
              </a:spcAft>
              <a:buClr>
                <a:schemeClr val="dk1"/>
              </a:buClr>
              <a:buSzPts val="1400"/>
              <a:buNone/>
              <a:defRPr>
                <a:solidFill>
                  <a:schemeClr val="dk1"/>
                </a:solidFill>
              </a:defRPr>
            </a:lvl4pPr>
            <a:lvl5pPr lvl="4" algn="ctr">
              <a:spcBef>
                <a:spcPts val="0"/>
              </a:spcBef>
              <a:spcAft>
                <a:spcPts val="0"/>
              </a:spcAft>
              <a:buClr>
                <a:schemeClr val="dk1"/>
              </a:buClr>
              <a:buSzPts val="1400"/>
              <a:buNone/>
              <a:defRPr>
                <a:solidFill>
                  <a:schemeClr val="dk1"/>
                </a:solidFill>
              </a:defRPr>
            </a:lvl5pPr>
            <a:lvl6pPr lvl="5" algn="ctr">
              <a:spcBef>
                <a:spcPts val="0"/>
              </a:spcBef>
              <a:spcAft>
                <a:spcPts val="0"/>
              </a:spcAft>
              <a:buClr>
                <a:schemeClr val="dk1"/>
              </a:buClr>
              <a:buSzPts val="1400"/>
              <a:buNone/>
              <a:defRPr>
                <a:solidFill>
                  <a:schemeClr val="dk1"/>
                </a:solidFill>
              </a:defRPr>
            </a:lvl6pPr>
            <a:lvl7pPr lvl="6" algn="ctr">
              <a:spcBef>
                <a:spcPts val="0"/>
              </a:spcBef>
              <a:spcAft>
                <a:spcPts val="0"/>
              </a:spcAft>
              <a:buClr>
                <a:schemeClr val="dk1"/>
              </a:buClr>
              <a:buSzPts val="1400"/>
              <a:buNone/>
              <a:defRPr>
                <a:solidFill>
                  <a:schemeClr val="dk1"/>
                </a:solidFill>
              </a:defRPr>
            </a:lvl7pPr>
            <a:lvl8pPr lvl="7" algn="ctr">
              <a:spcBef>
                <a:spcPts val="0"/>
              </a:spcBef>
              <a:spcAft>
                <a:spcPts val="0"/>
              </a:spcAft>
              <a:buClr>
                <a:schemeClr val="dk1"/>
              </a:buClr>
              <a:buSzPts val="1400"/>
              <a:buNone/>
              <a:defRPr>
                <a:solidFill>
                  <a:schemeClr val="dk1"/>
                </a:solidFill>
              </a:defRPr>
            </a:lvl8pPr>
            <a:lvl9pPr lvl="8" algn="ctr">
              <a:spcBef>
                <a:spcPts val="0"/>
              </a:spcBef>
              <a:spcAft>
                <a:spcPts val="0"/>
              </a:spcAft>
              <a:buClr>
                <a:schemeClr val="dk1"/>
              </a:buClr>
              <a:buSzPts val="1400"/>
              <a:buNone/>
              <a:defRPr>
                <a:solidFill>
                  <a:schemeClr val="dk1"/>
                </a:solidFill>
              </a:defRPr>
            </a:lvl9pPr>
          </a:lstStyle>
          <a:p>
            <a:endParaRPr/>
          </a:p>
        </p:txBody>
      </p:sp>
      <p:sp>
        <p:nvSpPr>
          <p:cNvPr id="528" name="Google Shape;528;p49"/>
          <p:cNvSpPr/>
          <p:nvPr/>
        </p:nvSpPr>
        <p:spPr>
          <a:xfrm rot="5400000">
            <a:off x="8611250" y="4735800"/>
            <a:ext cx="321000" cy="494100"/>
          </a:xfrm>
          <a:prstGeom prst="round2SameRect">
            <a:avLst>
              <a:gd name="adj1" fmla="val 50000"/>
              <a:gd name="adj2"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529" name="Google Shape;529;p49"/>
          <p:cNvSpPr txBox="1">
            <a:spLocks noGrp="1"/>
          </p:cNvSpPr>
          <p:nvPr>
            <p:ph type="sldNum" idx="12"/>
          </p:nvPr>
        </p:nvSpPr>
        <p:spPr>
          <a:xfrm>
            <a:off x="8526500" y="4822375"/>
            <a:ext cx="490500" cy="3210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29050" y="0"/>
            <a:ext cx="8685900" cy="20199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5600"/>
              <a:buFont typeface="Libre Baskerville"/>
              <a:buNone/>
              <a:defRPr sz="5600">
                <a:solidFill>
                  <a:schemeClr val="dk1"/>
                </a:solidFill>
                <a:latin typeface="Libre Baskerville"/>
                <a:ea typeface="Libre Baskerville"/>
                <a:cs typeface="Libre Baskerville"/>
                <a:sym typeface="Libre Baskerville"/>
              </a:defRPr>
            </a:lvl1pPr>
            <a:lvl2pPr lvl="1">
              <a:spcBef>
                <a:spcPts val="0"/>
              </a:spcBef>
              <a:spcAft>
                <a:spcPts val="0"/>
              </a:spcAft>
              <a:buSzPts val="1400"/>
              <a:buFont typeface="Libre Baskerville"/>
              <a:buNone/>
              <a:defRPr>
                <a:latin typeface="Libre Baskerville"/>
                <a:ea typeface="Libre Baskerville"/>
                <a:cs typeface="Libre Baskerville"/>
                <a:sym typeface="Libre Baskerville"/>
              </a:defRPr>
            </a:lvl2pPr>
            <a:lvl3pPr lvl="2">
              <a:spcBef>
                <a:spcPts val="0"/>
              </a:spcBef>
              <a:spcAft>
                <a:spcPts val="0"/>
              </a:spcAft>
              <a:buSzPts val="1400"/>
              <a:buFont typeface="Libre Baskerville"/>
              <a:buNone/>
              <a:defRPr>
                <a:latin typeface="Libre Baskerville"/>
                <a:ea typeface="Libre Baskerville"/>
                <a:cs typeface="Libre Baskerville"/>
                <a:sym typeface="Libre Baskerville"/>
              </a:defRPr>
            </a:lvl3pPr>
            <a:lvl4pPr lvl="3">
              <a:spcBef>
                <a:spcPts val="0"/>
              </a:spcBef>
              <a:spcAft>
                <a:spcPts val="0"/>
              </a:spcAft>
              <a:buSzPts val="1400"/>
              <a:buFont typeface="Libre Baskerville"/>
              <a:buNone/>
              <a:defRPr>
                <a:latin typeface="Libre Baskerville"/>
                <a:ea typeface="Libre Baskerville"/>
                <a:cs typeface="Libre Baskerville"/>
                <a:sym typeface="Libre Baskerville"/>
              </a:defRPr>
            </a:lvl4pPr>
            <a:lvl5pPr lvl="4">
              <a:spcBef>
                <a:spcPts val="0"/>
              </a:spcBef>
              <a:spcAft>
                <a:spcPts val="0"/>
              </a:spcAft>
              <a:buSzPts val="1400"/>
              <a:buFont typeface="Libre Baskerville"/>
              <a:buNone/>
              <a:defRPr>
                <a:latin typeface="Libre Baskerville"/>
                <a:ea typeface="Libre Baskerville"/>
                <a:cs typeface="Libre Baskerville"/>
                <a:sym typeface="Libre Baskerville"/>
              </a:defRPr>
            </a:lvl5pPr>
            <a:lvl6pPr lvl="5">
              <a:spcBef>
                <a:spcPts val="0"/>
              </a:spcBef>
              <a:spcAft>
                <a:spcPts val="0"/>
              </a:spcAft>
              <a:buSzPts val="1400"/>
              <a:buFont typeface="Libre Baskerville"/>
              <a:buNone/>
              <a:defRPr>
                <a:latin typeface="Libre Baskerville"/>
                <a:ea typeface="Libre Baskerville"/>
                <a:cs typeface="Libre Baskerville"/>
                <a:sym typeface="Libre Baskerville"/>
              </a:defRPr>
            </a:lvl6pPr>
            <a:lvl7pPr lvl="6">
              <a:spcBef>
                <a:spcPts val="0"/>
              </a:spcBef>
              <a:spcAft>
                <a:spcPts val="0"/>
              </a:spcAft>
              <a:buSzPts val="1400"/>
              <a:buFont typeface="Libre Baskerville"/>
              <a:buNone/>
              <a:defRPr>
                <a:latin typeface="Libre Baskerville"/>
                <a:ea typeface="Libre Baskerville"/>
                <a:cs typeface="Libre Baskerville"/>
                <a:sym typeface="Libre Baskerville"/>
              </a:defRPr>
            </a:lvl7pPr>
            <a:lvl8pPr lvl="7">
              <a:spcBef>
                <a:spcPts val="0"/>
              </a:spcBef>
              <a:spcAft>
                <a:spcPts val="0"/>
              </a:spcAft>
              <a:buSzPts val="1400"/>
              <a:buFont typeface="Libre Baskerville"/>
              <a:buNone/>
              <a:defRPr>
                <a:latin typeface="Libre Baskerville"/>
                <a:ea typeface="Libre Baskerville"/>
                <a:cs typeface="Libre Baskerville"/>
                <a:sym typeface="Libre Baskerville"/>
              </a:defRPr>
            </a:lvl8pPr>
            <a:lvl9pPr lvl="8">
              <a:spcBef>
                <a:spcPts val="0"/>
              </a:spcBef>
              <a:spcAft>
                <a:spcPts val="0"/>
              </a:spcAft>
              <a:buSzPts val="1400"/>
              <a:buFont typeface="Libre Baskerville"/>
              <a:buNone/>
              <a:defRPr>
                <a:latin typeface="Libre Baskerville"/>
                <a:ea typeface="Libre Baskerville"/>
                <a:cs typeface="Libre Baskerville"/>
                <a:sym typeface="Libre Baskerville"/>
              </a:defRPr>
            </a:lvl9pPr>
          </a:lstStyle>
          <a:p>
            <a:endParaRPr/>
          </a:p>
        </p:txBody>
      </p:sp>
      <p:sp>
        <p:nvSpPr>
          <p:cNvPr id="7" name="Google Shape;7;p1"/>
          <p:cNvSpPr txBox="1">
            <a:spLocks noGrp="1"/>
          </p:cNvSpPr>
          <p:nvPr>
            <p:ph type="body" idx="1"/>
          </p:nvPr>
        </p:nvSpPr>
        <p:spPr>
          <a:xfrm>
            <a:off x="280800" y="2705300"/>
            <a:ext cx="3906900" cy="19314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653375" y="4829350"/>
            <a:ext cx="490500" cy="311700"/>
          </a:xfrm>
          <a:prstGeom prst="rect">
            <a:avLst/>
          </a:prstGeom>
          <a:noFill/>
          <a:ln>
            <a:noFill/>
          </a:ln>
        </p:spPr>
        <p:txBody>
          <a:bodyPr spcFirstLastPara="1" wrap="square" lIns="91425" tIns="91425" rIns="91425" bIns="91425" anchor="t" anchorCtr="0">
            <a:noAutofit/>
          </a:bodyPr>
          <a:lstStyle>
            <a:lvl1pPr lvl="0" algn="ctr" rtl="0">
              <a:buNone/>
              <a:defRPr sz="800" b="1">
                <a:solidFill>
                  <a:schemeClr val="lt1"/>
                </a:solidFill>
                <a:latin typeface="Roboto"/>
                <a:ea typeface="Roboto"/>
                <a:cs typeface="Roboto"/>
                <a:sym typeface="Roboto"/>
              </a:defRPr>
            </a:lvl1pPr>
            <a:lvl2pPr lvl="1" algn="ctr" rtl="0">
              <a:buNone/>
              <a:defRPr sz="800" b="1">
                <a:solidFill>
                  <a:schemeClr val="lt1"/>
                </a:solidFill>
                <a:latin typeface="Roboto"/>
                <a:ea typeface="Roboto"/>
                <a:cs typeface="Roboto"/>
                <a:sym typeface="Roboto"/>
              </a:defRPr>
            </a:lvl2pPr>
            <a:lvl3pPr lvl="2" algn="ctr" rtl="0">
              <a:buNone/>
              <a:defRPr sz="800" b="1">
                <a:solidFill>
                  <a:schemeClr val="lt1"/>
                </a:solidFill>
                <a:latin typeface="Roboto"/>
                <a:ea typeface="Roboto"/>
                <a:cs typeface="Roboto"/>
                <a:sym typeface="Roboto"/>
              </a:defRPr>
            </a:lvl3pPr>
            <a:lvl4pPr lvl="3" algn="ctr" rtl="0">
              <a:buNone/>
              <a:defRPr sz="800" b="1">
                <a:solidFill>
                  <a:schemeClr val="lt1"/>
                </a:solidFill>
                <a:latin typeface="Roboto"/>
                <a:ea typeface="Roboto"/>
                <a:cs typeface="Roboto"/>
                <a:sym typeface="Roboto"/>
              </a:defRPr>
            </a:lvl4pPr>
            <a:lvl5pPr lvl="4" algn="ctr" rtl="0">
              <a:buNone/>
              <a:defRPr sz="800" b="1">
                <a:solidFill>
                  <a:schemeClr val="lt1"/>
                </a:solidFill>
                <a:latin typeface="Roboto"/>
                <a:ea typeface="Roboto"/>
                <a:cs typeface="Roboto"/>
                <a:sym typeface="Roboto"/>
              </a:defRPr>
            </a:lvl5pPr>
            <a:lvl6pPr lvl="5" algn="ctr" rtl="0">
              <a:buNone/>
              <a:defRPr sz="800" b="1">
                <a:solidFill>
                  <a:schemeClr val="lt1"/>
                </a:solidFill>
                <a:latin typeface="Roboto"/>
                <a:ea typeface="Roboto"/>
                <a:cs typeface="Roboto"/>
                <a:sym typeface="Roboto"/>
              </a:defRPr>
            </a:lvl6pPr>
            <a:lvl7pPr lvl="6" algn="ctr" rtl="0">
              <a:buNone/>
              <a:defRPr sz="800" b="1">
                <a:solidFill>
                  <a:schemeClr val="lt1"/>
                </a:solidFill>
                <a:latin typeface="Roboto"/>
                <a:ea typeface="Roboto"/>
                <a:cs typeface="Roboto"/>
                <a:sym typeface="Roboto"/>
              </a:defRPr>
            </a:lvl7pPr>
            <a:lvl8pPr lvl="7" algn="ctr" rtl="0">
              <a:buNone/>
              <a:defRPr sz="800" b="1">
                <a:solidFill>
                  <a:schemeClr val="lt1"/>
                </a:solidFill>
                <a:latin typeface="Roboto"/>
                <a:ea typeface="Roboto"/>
                <a:cs typeface="Roboto"/>
                <a:sym typeface="Roboto"/>
              </a:defRPr>
            </a:lvl8pPr>
            <a:lvl9pPr lvl="8" algn="ctr" rtl="0">
              <a:buNone/>
              <a:defRPr sz="800" b="1">
                <a:solidFill>
                  <a:schemeClr val="lt1"/>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79">
          <p15:clr>
            <a:srgbClr val="E46962"/>
          </p15:clr>
        </p15:guide>
        <p15:guide id="2" pos="158">
          <p15:clr>
            <a:srgbClr val="E46962"/>
          </p15:clr>
        </p15:guide>
        <p15:guide id="3" orient="horz" pos="79">
          <p15:clr>
            <a:srgbClr val="E46962"/>
          </p15:clr>
        </p15:guide>
        <p15:guide id="4" pos="581">
          <p15:clr>
            <a:srgbClr val="E46962"/>
          </p15:clr>
        </p15:guide>
        <p15:guide id="5" pos="660">
          <p15:clr>
            <a:srgbClr val="E46962"/>
          </p15:clr>
        </p15:guide>
        <p15:guide id="6" pos="1083">
          <p15:clr>
            <a:srgbClr val="E46962"/>
          </p15:clr>
        </p15:guide>
        <p15:guide id="7" pos="1163">
          <p15:clr>
            <a:srgbClr val="E46962"/>
          </p15:clr>
        </p15:guide>
        <p15:guide id="8" pos="1585">
          <p15:clr>
            <a:srgbClr val="E46962"/>
          </p15:clr>
        </p15:guide>
        <p15:guide id="9" pos="1665">
          <p15:clr>
            <a:srgbClr val="E46962"/>
          </p15:clr>
        </p15:guide>
        <p15:guide id="10" pos="2088">
          <p15:clr>
            <a:srgbClr val="E46962"/>
          </p15:clr>
        </p15:guide>
        <p15:guide id="11" pos="2167">
          <p15:clr>
            <a:srgbClr val="E46962"/>
          </p15:clr>
        </p15:guide>
        <p15:guide id="12" pos="2590">
          <p15:clr>
            <a:srgbClr val="E46962"/>
          </p15:clr>
        </p15:guide>
        <p15:guide id="13" pos="2669">
          <p15:clr>
            <a:srgbClr val="E46962"/>
          </p15:clr>
        </p15:guide>
        <p15:guide id="14" pos="3092">
          <p15:clr>
            <a:srgbClr val="E46962"/>
          </p15:clr>
        </p15:guide>
        <p15:guide id="15" pos="3171">
          <p15:clr>
            <a:srgbClr val="E46962"/>
          </p15:clr>
        </p15:guide>
        <p15:guide id="16" pos="3594">
          <p15:clr>
            <a:srgbClr val="E46962"/>
          </p15:clr>
        </p15:guide>
        <p15:guide id="17" pos="3673">
          <p15:clr>
            <a:srgbClr val="E46962"/>
          </p15:clr>
        </p15:guide>
        <p15:guide id="18" pos="4096">
          <p15:clr>
            <a:srgbClr val="E46962"/>
          </p15:clr>
        </p15:guide>
        <p15:guide id="19" pos="4175">
          <p15:clr>
            <a:srgbClr val="E46962"/>
          </p15:clr>
        </p15:guide>
        <p15:guide id="20" pos="4598">
          <p15:clr>
            <a:srgbClr val="E46962"/>
          </p15:clr>
        </p15:guide>
        <p15:guide id="21" pos="4677">
          <p15:clr>
            <a:srgbClr val="E46962"/>
          </p15:clr>
        </p15:guide>
        <p15:guide id="22" pos="5100">
          <p15:clr>
            <a:srgbClr val="E46962"/>
          </p15:clr>
        </p15:guide>
        <p15:guide id="23" pos="5179">
          <p15:clr>
            <a:srgbClr val="E46962"/>
          </p15:clr>
        </p15:guide>
        <p15:guide id="24" pos="5602">
          <p15:clr>
            <a:srgbClr val="E46962"/>
          </p15:clr>
        </p15:guide>
        <p15:guide id="25" pos="5681">
          <p15:clr>
            <a:srgbClr val="E46962"/>
          </p15:clr>
        </p15:guide>
        <p15:guide id="26" orient="horz" pos="2961">
          <p15:clr>
            <a:srgbClr val="E46962"/>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2.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2.xml"/><Relationship Id="rId4" Type="http://schemas.openxmlformats.org/officeDocument/2006/relationships/image" Target="../media/image5.gif"/></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2.xml"/><Relationship Id="rId5" Type="http://schemas.openxmlformats.org/officeDocument/2006/relationships/image" Target="../media/image8.jp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2.xml"/><Relationship Id="rId4" Type="http://schemas.openxmlformats.org/officeDocument/2006/relationships/image" Target="../media/image10.gif"/></Relationships>
</file>

<file path=ppt/slides/_rels/slide7.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7.xml"/><Relationship Id="rId1" Type="http://schemas.openxmlformats.org/officeDocument/2006/relationships/slideLayout" Target="../slideLayouts/slideLayout45.xml"/><Relationship Id="rId4" Type="http://schemas.openxmlformats.org/officeDocument/2006/relationships/image" Target="../media/image12.gi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533"/>
        <p:cNvGrpSpPr/>
        <p:nvPr/>
      </p:nvGrpSpPr>
      <p:grpSpPr>
        <a:xfrm>
          <a:off x="0" y="0"/>
          <a:ext cx="0" cy="0"/>
          <a:chOff x="0" y="0"/>
          <a:chExt cx="0" cy="0"/>
        </a:xfrm>
      </p:grpSpPr>
      <p:sp>
        <p:nvSpPr>
          <p:cNvPr id="534" name="Google Shape;534;p50"/>
          <p:cNvSpPr txBox="1">
            <a:spLocks noGrp="1"/>
          </p:cNvSpPr>
          <p:nvPr>
            <p:ph type="title"/>
          </p:nvPr>
        </p:nvSpPr>
        <p:spPr>
          <a:xfrm>
            <a:off x="1381675" y="2571750"/>
            <a:ext cx="2853900" cy="1138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rgbClr val="38761D"/>
                </a:solidFill>
              </a:rPr>
              <a:t>InfiniTea-App</a:t>
            </a:r>
            <a:endParaRPr>
              <a:solidFill>
                <a:srgbClr val="38761D"/>
              </a:solidFill>
            </a:endParaRPr>
          </a:p>
        </p:txBody>
      </p:sp>
      <p:sp>
        <p:nvSpPr>
          <p:cNvPr id="535" name="Google Shape;535;p50"/>
          <p:cNvSpPr txBox="1">
            <a:spLocks noGrp="1"/>
          </p:cNvSpPr>
          <p:nvPr>
            <p:ph type="title"/>
          </p:nvPr>
        </p:nvSpPr>
        <p:spPr>
          <a:xfrm>
            <a:off x="4572000" y="2739075"/>
            <a:ext cx="4240200" cy="19623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600"/>
              <a:t>Team Members:</a:t>
            </a:r>
            <a:endParaRPr sz="1600"/>
          </a:p>
          <a:p>
            <a:pPr marL="0" lvl="0" indent="0" algn="l" rtl="0">
              <a:lnSpc>
                <a:spcPct val="100000"/>
              </a:lnSpc>
              <a:spcBef>
                <a:spcPts val="0"/>
              </a:spcBef>
              <a:spcAft>
                <a:spcPts val="0"/>
              </a:spcAft>
              <a:buNone/>
            </a:pPr>
            <a:endParaRPr sz="1600"/>
          </a:p>
          <a:p>
            <a:pPr marL="0" lvl="0" indent="0" algn="l" rtl="0">
              <a:lnSpc>
                <a:spcPct val="150000"/>
              </a:lnSpc>
              <a:spcBef>
                <a:spcPts val="0"/>
              </a:spcBef>
              <a:spcAft>
                <a:spcPts val="0"/>
              </a:spcAft>
              <a:buNone/>
            </a:pPr>
            <a:r>
              <a:rPr lang="en" sz="1600"/>
              <a:t>Kyle Cush</a:t>
            </a:r>
            <a:endParaRPr sz="1600"/>
          </a:p>
          <a:p>
            <a:pPr marL="0" lvl="0" indent="0" algn="l" rtl="0">
              <a:lnSpc>
                <a:spcPct val="150000"/>
              </a:lnSpc>
              <a:spcBef>
                <a:spcPts val="0"/>
              </a:spcBef>
              <a:spcAft>
                <a:spcPts val="0"/>
              </a:spcAft>
              <a:buNone/>
            </a:pPr>
            <a:r>
              <a:rPr lang="en" sz="1600"/>
              <a:t>Shaoru Wu-Zhu</a:t>
            </a:r>
            <a:endParaRPr sz="1600"/>
          </a:p>
          <a:p>
            <a:pPr marL="0" lvl="0" indent="0" algn="l" rtl="0">
              <a:lnSpc>
                <a:spcPct val="150000"/>
              </a:lnSpc>
              <a:spcBef>
                <a:spcPts val="0"/>
              </a:spcBef>
              <a:spcAft>
                <a:spcPts val="0"/>
              </a:spcAft>
              <a:buNone/>
            </a:pPr>
            <a:r>
              <a:rPr lang="en" sz="1600"/>
              <a:t>Deming Huang</a:t>
            </a:r>
            <a:endParaRPr sz="1600"/>
          </a:p>
          <a:p>
            <a:pPr marL="0" lvl="0" indent="0" algn="l" rtl="0">
              <a:lnSpc>
                <a:spcPct val="150000"/>
              </a:lnSpc>
              <a:spcBef>
                <a:spcPts val="0"/>
              </a:spcBef>
              <a:spcAft>
                <a:spcPts val="0"/>
              </a:spcAft>
              <a:buNone/>
            </a:pPr>
            <a:r>
              <a:rPr lang="en" sz="1600"/>
              <a:t>Anthony Sy</a:t>
            </a:r>
            <a:endParaRPr sz="1600"/>
          </a:p>
          <a:p>
            <a:pPr marL="0" lvl="0" indent="0" algn="ctr" rtl="0">
              <a:lnSpc>
                <a:spcPct val="150000"/>
              </a:lnSpc>
              <a:spcBef>
                <a:spcPts val="0"/>
              </a:spcBef>
              <a:spcAft>
                <a:spcPts val="0"/>
              </a:spcAft>
              <a:buNone/>
            </a:pPr>
            <a:endParaRPr/>
          </a:p>
        </p:txBody>
      </p:sp>
      <p:pic>
        <p:nvPicPr>
          <p:cNvPr id="536" name="Google Shape;536;p50"/>
          <p:cNvPicPr preferRelativeResize="0"/>
          <p:nvPr/>
        </p:nvPicPr>
        <p:blipFill>
          <a:blip r:embed="rId3">
            <a:alphaModFix/>
          </a:blip>
          <a:stretch>
            <a:fillRect/>
          </a:stretch>
        </p:blipFill>
        <p:spPr>
          <a:xfrm>
            <a:off x="1515313" y="125600"/>
            <a:ext cx="6113377" cy="2147775"/>
          </a:xfrm>
          <a:prstGeom prst="rect">
            <a:avLst/>
          </a:prstGeom>
          <a:noFill/>
          <a:ln>
            <a:noFill/>
          </a:ln>
        </p:spPr>
      </p:pic>
      <p:pic>
        <p:nvPicPr>
          <p:cNvPr id="537" name="Google Shape;537;p50" descr="a penguin is wearing sunglasses and holding a cup of bubble tea on its head (Provided by Tenor)"/>
          <p:cNvPicPr preferRelativeResize="0"/>
          <p:nvPr/>
        </p:nvPicPr>
        <p:blipFill>
          <a:blip r:embed="rId4">
            <a:alphaModFix/>
          </a:blip>
          <a:stretch>
            <a:fillRect/>
          </a:stretch>
        </p:blipFill>
        <p:spPr>
          <a:xfrm>
            <a:off x="1845500" y="3268450"/>
            <a:ext cx="1594200" cy="1594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541"/>
        <p:cNvGrpSpPr/>
        <p:nvPr/>
      </p:nvGrpSpPr>
      <p:grpSpPr>
        <a:xfrm>
          <a:off x="0" y="0"/>
          <a:ext cx="0" cy="0"/>
          <a:chOff x="0" y="0"/>
          <a:chExt cx="0" cy="0"/>
        </a:xfrm>
      </p:grpSpPr>
      <p:sp>
        <p:nvSpPr>
          <p:cNvPr id="542" name="Google Shape;542;p51"/>
          <p:cNvSpPr txBox="1">
            <a:spLocks noGrp="1"/>
          </p:cNvSpPr>
          <p:nvPr>
            <p:ph type="body" idx="3"/>
          </p:nvPr>
        </p:nvSpPr>
        <p:spPr>
          <a:xfrm>
            <a:off x="157400" y="2571750"/>
            <a:ext cx="4876500" cy="19506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200">
                <a:solidFill>
                  <a:srgbClr val="000000"/>
                </a:solidFill>
                <a:latin typeface="Arial"/>
                <a:ea typeface="Arial"/>
                <a:cs typeface="Arial"/>
                <a:sym typeface="Arial"/>
              </a:rPr>
              <a:t>InfiniTea-App makes getting bubble tea quick and easy! 🧋 We chose this app as our project because we love bubble tea, but waiting in long lines and not being able to customize drinks exactly how we want can be a hassle. With InfiniTea-App, you can </a:t>
            </a:r>
            <a:r>
              <a:rPr lang="en" sz="1200" b="1">
                <a:solidFill>
                  <a:srgbClr val="000000"/>
                </a:solidFill>
                <a:latin typeface="Arial"/>
                <a:ea typeface="Arial"/>
                <a:cs typeface="Arial"/>
                <a:sym typeface="Arial"/>
              </a:rPr>
              <a:t>choose your tea flavors, adjust sweetness and ice levels, add different toppings, order ahead, and pick up your drink without the wait</a:t>
            </a:r>
            <a:r>
              <a:rPr lang="en" sz="1200">
                <a:solidFill>
                  <a:srgbClr val="000000"/>
                </a:solidFill>
                <a:latin typeface="Arial"/>
                <a:ea typeface="Arial"/>
                <a:cs typeface="Arial"/>
                <a:sym typeface="Arial"/>
              </a:rPr>
              <a:t>. We just want to make enjoying bubble tea simple and fun! 🍹</a:t>
            </a:r>
            <a:endParaRPr sz="1500"/>
          </a:p>
        </p:txBody>
      </p:sp>
      <p:sp>
        <p:nvSpPr>
          <p:cNvPr id="543" name="Google Shape;543;p51"/>
          <p:cNvSpPr txBox="1">
            <a:spLocks noGrp="1"/>
          </p:cNvSpPr>
          <p:nvPr>
            <p:ph type="title"/>
          </p:nvPr>
        </p:nvSpPr>
        <p:spPr>
          <a:xfrm>
            <a:off x="251400" y="1683050"/>
            <a:ext cx="2123700" cy="105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solidFill>
                  <a:srgbClr val="38761D"/>
                </a:solidFill>
              </a:rPr>
              <a:t>Intro</a:t>
            </a:r>
            <a:endParaRPr sz="2800">
              <a:solidFill>
                <a:srgbClr val="38761D"/>
              </a:solidFill>
            </a:endParaRPr>
          </a:p>
        </p:txBody>
      </p:sp>
      <p:pic>
        <p:nvPicPr>
          <p:cNvPr id="544" name="Google Shape;544;p51"/>
          <p:cNvPicPr preferRelativeResize="0"/>
          <p:nvPr/>
        </p:nvPicPr>
        <p:blipFill>
          <a:blip r:embed="rId3">
            <a:alphaModFix/>
          </a:blip>
          <a:stretch>
            <a:fillRect/>
          </a:stretch>
        </p:blipFill>
        <p:spPr>
          <a:xfrm>
            <a:off x="5447000" y="267175"/>
            <a:ext cx="3446703" cy="4461975"/>
          </a:xfrm>
          <a:prstGeom prst="rect">
            <a:avLst/>
          </a:prstGeom>
          <a:noFill/>
          <a:ln>
            <a:noFill/>
          </a:ln>
        </p:spPr>
      </p:pic>
      <p:sp>
        <p:nvSpPr>
          <p:cNvPr id="545" name="Google Shape;545;p51"/>
          <p:cNvSpPr txBox="1"/>
          <p:nvPr/>
        </p:nvSpPr>
        <p:spPr>
          <a:xfrm>
            <a:off x="289700" y="841500"/>
            <a:ext cx="4050300" cy="69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t>What is InfiniTea-App???</a:t>
            </a:r>
            <a:endParaRPr sz="2200" b="1">
              <a:solidFill>
                <a:schemeClr val="dk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549"/>
        <p:cNvGrpSpPr/>
        <p:nvPr/>
      </p:nvGrpSpPr>
      <p:grpSpPr>
        <a:xfrm>
          <a:off x="0" y="0"/>
          <a:ext cx="0" cy="0"/>
          <a:chOff x="0" y="0"/>
          <a:chExt cx="0" cy="0"/>
        </a:xfrm>
      </p:grpSpPr>
      <p:sp>
        <p:nvSpPr>
          <p:cNvPr id="550" name="Google Shape;550;p52"/>
          <p:cNvSpPr txBox="1">
            <a:spLocks noGrp="1"/>
          </p:cNvSpPr>
          <p:nvPr>
            <p:ph type="title"/>
          </p:nvPr>
        </p:nvSpPr>
        <p:spPr>
          <a:xfrm>
            <a:off x="125700" y="125600"/>
            <a:ext cx="8768100" cy="112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a:t>Features:</a:t>
            </a:r>
            <a:endParaRPr/>
          </a:p>
        </p:txBody>
      </p:sp>
      <p:sp>
        <p:nvSpPr>
          <p:cNvPr id="551" name="Google Shape;551;p52"/>
          <p:cNvSpPr txBox="1">
            <a:spLocks noGrp="1"/>
          </p:cNvSpPr>
          <p:nvPr>
            <p:ph type="title" idx="2"/>
          </p:nvPr>
        </p:nvSpPr>
        <p:spPr>
          <a:xfrm>
            <a:off x="251300" y="1395450"/>
            <a:ext cx="46569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b="1">
                <a:solidFill>
                  <a:srgbClr val="000000"/>
                </a:solidFill>
                <a:latin typeface="Arial"/>
                <a:ea typeface="Arial"/>
                <a:cs typeface="Arial"/>
                <a:sym typeface="Arial"/>
              </a:rPr>
              <a:t># 1: Explore a Variety of Flavors </a:t>
            </a:r>
            <a:endParaRPr sz="2700" b="1"/>
          </a:p>
        </p:txBody>
      </p:sp>
      <p:sp>
        <p:nvSpPr>
          <p:cNvPr id="552" name="Google Shape;552;p52"/>
          <p:cNvSpPr txBox="1">
            <a:spLocks noGrp="1"/>
          </p:cNvSpPr>
          <p:nvPr>
            <p:ph type="title" idx="3"/>
          </p:nvPr>
        </p:nvSpPr>
        <p:spPr>
          <a:xfrm>
            <a:off x="1174100" y="2081250"/>
            <a:ext cx="46569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b="1">
                <a:solidFill>
                  <a:srgbClr val="000000"/>
                </a:solidFill>
                <a:latin typeface="Arial"/>
                <a:ea typeface="Arial"/>
                <a:cs typeface="Arial"/>
                <a:sym typeface="Arial"/>
              </a:rPr>
              <a:t># 2: Custom Drink Sizes</a:t>
            </a:r>
            <a:endParaRPr/>
          </a:p>
        </p:txBody>
      </p:sp>
      <p:sp>
        <p:nvSpPr>
          <p:cNvPr id="553" name="Google Shape;553;p52"/>
          <p:cNvSpPr txBox="1">
            <a:spLocks noGrp="1"/>
          </p:cNvSpPr>
          <p:nvPr>
            <p:ph type="title" idx="4"/>
          </p:nvPr>
        </p:nvSpPr>
        <p:spPr>
          <a:xfrm>
            <a:off x="2243550" y="2767050"/>
            <a:ext cx="46569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b="1">
                <a:solidFill>
                  <a:srgbClr val="000000"/>
                </a:solidFill>
                <a:latin typeface="Arial"/>
                <a:ea typeface="Arial"/>
                <a:cs typeface="Arial"/>
                <a:sym typeface="Arial"/>
              </a:rPr>
              <a:t># 3: Sweetness &amp; Ice Control</a:t>
            </a:r>
            <a:endParaRPr/>
          </a:p>
        </p:txBody>
      </p:sp>
      <p:sp>
        <p:nvSpPr>
          <p:cNvPr id="554" name="Google Shape;554;p52"/>
          <p:cNvSpPr txBox="1">
            <a:spLocks noGrp="1"/>
          </p:cNvSpPr>
          <p:nvPr>
            <p:ph type="title" idx="5"/>
          </p:nvPr>
        </p:nvSpPr>
        <p:spPr>
          <a:xfrm>
            <a:off x="3439700" y="3452850"/>
            <a:ext cx="46569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b="1">
                <a:solidFill>
                  <a:srgbClr val="000000"/>
                </a:solidFill>
                <a:latin typeface="Arial"/>
                <a:ea typeface="Arial"/>
                <a:cs typeface="Arial"/>
                <a:sym typeface="Arial"/>
              </a:rPr>
              <a:t># 4: Topping Selection &amp; Dynamic Pricing</a:t>
            </a:r>
            <a:endParaRPr/>
          </a:p>
        </p:txBody>
      </p:sp>
      <p:sp>
        <p:nvSpPr>
          <p:cNvPr id="555" name="Google Shape;555;p52"/>
          <p:cNvSpPr txBox="1">
            <a:spLocks noGrp="1"/>
          </p:cNvSpPr>
          <p:nvPr>
            <p:ph type="title" idx="6"/>
          </p:nvPr>
        </p:nvSpPr>
        <p:spPr>
          <a:xfrm>
            <a:off x="4236800" y="4138650"/>
            <a:ext cx="46569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b="1">
                <a:solidFill>
                  <a:srgbClr val="FFFFFF"/>
                </a:solidFill>
                <a:latin typeface="Arial"/>
                <a:ea typeface="Arial"/>
                <a:cs typeface="Arial"/>
                <a:sym typeface="Arial"/>
              </a:rPr>
              <a:t># 5: Order Review &amp; Checkout</a:t>
            </a:r>
            <a:endParaRPr>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559"/>
        <p:cNvGrpSpPr/>
        <p:nvPr/>
      </p:nvGrpSpPr>
      <p:grpSpPr>
        <a:xfrm>
          <a:off x="0" y="0"/>
          <a:ext cx="0" cy="0"/>
          <a:chOff x="0" y="0"/>
          <a:chExt cx="0" cy="0"/>
        </a:xfrm>
      </p:grpSpPr>
      <p:sp>
        <p:nvSpPr>
          <p:cNvPr id="560" name="Google Shape;560;p53"/>
          <p:cNvSpPr txBox="1"/>
          <p:nvPr/>
        </p:nvSpPr>
        <p:spPr>
          <a:xfrm>
            <a:off x="377000" y="383400"/>
            <a:ext cx="702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561" name="Google Shape;561;p53"/>
          <p:cNvSpPr/>
          <p:nvPr/>
        </p:nvSpPr>
        <p:spPr>
          <a:xfrm>
            <a:off x="797000" y="314600"/>
            <a:ext cx="4111200" cy="13716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9900"/>
              </a:solidFill>
            </a:endParaRPr>
          </a:p>
        </p:txBody>
      </p:sp>
      <p:sp>
        <p:nvSpPr>
          <p:cNvPr id="562" name="Google Shape;562;p53"/>
          <p:cNvSpPr txBox="1"/>
          <p:nvPr/>
        </p:nvSpPr>
        <p:spPr>
          <a:xfrm>
            <a:off x="994100" y="296556"/>
            <a:ext cx="3914100" cy="10854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b="1" dirty="0"/>
              <a:t># 1: </a:t>
            </a:r>
            <a:r>
              <a:rPr lang="en" dirty="0">
                <a:solidFill>
                  <a:schemeClr val="dk1"/>
                </a:solidFill>
                <a:latin typeface="Roboto"/>
                <a:ea typeface="Roboto"/>
                <a:cs typeface="Roboto"/>
                <a:sym typeface="Roboto"/>
              </a:rPr>
              <a:t>The app displays a list of different tea flavors,  users can see drink descriptions and decide what to order - specialty bubble tea  or build your own drink.</a:t>
            </a:r>
            <a:endParaRPr b="1" dirty="0">
              <a:solidFill>
                <a:schemeClr val="dk1"/>
              </a:solidFill>
              <a:latin typeface="Roboto"/>
              <a:ea typeface="Roboto"/>
              <a:cs typeface="Roboto"/>
              <a:sym typeface="Roboto"/>
            </a:endParaRPr>
          </a:p>
          <a:p>
            <a:pPr marL="0" lvl="0" indent="0" algn="l" rtl="0">
              <a:lnSpc>
                <a:spcPct val="150000"/>
              </a:lnSpc>
              <a:spcBef>
                <a:spcPts val="0"/>
              </a:spcBef>
              <a:spcAft>
                <a:spcPts val="0"/>
              </a:spcAft>
              <a:buNone/>
            </a:pP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dirty="0">
              <a:solidFill>
                <a:schemeClr val="dk1"/>
              </a:solidFill>
              <a:latin typeface="Roboto"/>
              <a:ea typeface="Roboto"/>
              <a:cs typeface="Roboto"/>
              <a:sym typeface="Roboto"/>
            </a:endParaRPr>
          </a:p>
        </p:txBody>
      </p:sp>
      <p:pic>
        <p:nvPicPr>
          <p:cNvPr id="563" name="Google Shape;563;p53"/>
          <p:cNvPicPr preferRelativeResize="0"/>
          <p:nvPr/>
        </p:nvPicPr>
        <p:blipFill>
          <a:blip r:embed="rId3">
            <a:alphaModFix/>
          </a:blip>
          <a:stretch>
            <a:fillRect/>
          </a:stretch>
        </p:blipFill>
        <p:spPr>
          <a:xfrm>
            <a:off x="408475" y="2239325"/>
            <a:ext cx="5163000" cy="2542400"/>
          </a:xfrm>
          <a:prstGeom prst="rect">
            <a:avLst/>
          </a:prstGeom>
          <a:noFill/>
          <a:ln>
            <a:noFill/>
          </a:ln>
        </p:spPr>
      </p:pic>
      <p:sp>
        <p:nvSpPr>
          <p:cNvPr id="564" name="Google Shape;564;p53"/>
          <p:cNvSpPr/>
          <p:nvPr/>
        </p:nvSpPr>
        <p:spPr>
          <a:xfrm>
            <a:off x="2642600" y="1777650"/>
            <a:ext cx="267300" cy="3309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pic>
        <p:nvPicPr>
          <p:cNvPr id="565" name="Google Shape;565;p53" descr="a cup that says at tea on it (Provided by Tenor)"/>
          <p:cNvPicPr preferRelativeResize="0"/>
          <p:nvPr/>
        </p:nvPicPr>
        <p:blipFill>
          <a:blip r:embed="rId4">
            <a:alphaModFix/>
          </a:blip>
          <a:stretch>
            <a:fillRect/>
          </a:stretch>
        </p:blipFill>
        <p:spPr>
          <a:xfrm>
            <a:off x="5033275" y="267150"/>
            <a:ext cx="3189650" cy="3991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569"/>
        <p:cNvGrpSpPr/>
        <p:nvPr/>
      </p:nvGrpSpPr>
      <p:grpSpPr>
        <a:xfrm>
          <a:off x="0" y="0"/>
          <a:ext cx="0" cy="0"/>
          <a:chOff x="0" y="0"/>
          <a:chExt cx="0" cy="0"/>
        </a:xfrm>
      </p:grpSpPr>
      <p:sp>
        <p:nvSpPr>
          <p:cNvPr id="570" name="Google Shape;570;p54"/>
          <p:cNvSpPr txBox="1"/>
          <p:nvPr/>
        </p:nvSpPr>
        <p:spPr>
          <a:xfrm>
            <a:off x="377000" y="383400"/>
            <a:ext cx="702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571" name="Google Shape;571;p54"/>
          <p:cNvSpPr/>
          <p:nvPr/>
        </p:nvSpPr>
        <p:spPr>
          <a:xfrm>
            <a:off x="251400" y="343125"/>
            <a:ext cx="4111200" cy="13716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9900"/>
              </a:solidFill>
            </a:endParaRPr>
          </a:p>
        </p:txBody>
      </p:sp>
      <p:sp>
        <p:nvSpPr>
          <p:cNvPr id="572" name="Google Shape;572;p54"/>
          <p:cNvSpPr txBox="1"/>
          <p:nvPr/>
        </p:nvSpPr>
        <p:spPr>
          <a:xfrm>
            <a:off x="470300" y="458516"/>
            <a:ext cx="3689100" cy="9624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b="1" dirty="0"/>
              <a:t># 2: </a:t>
            </a:r>
            <a:r>
              <a:rPr lang="en" dirty="0">
                <a:solidFill>
                  <a:schemeClr val="dk1"/>
                </a:solidFill>
                <a:latin typeface="Roboto"/>
                <a:ea typeface="Roboto"/>
                <a:cs typeface="Roboto"/>
                <a:sym typeface="Roboto"/>
              </a:rPr>
              <a:t>When a tea type is selected, the users can select a size: small, medium, or large to match their preference.</a:t>
            </a:r>
            <a:endParaRPr dirty="0">
              <a:solidFill>
                <a:schemeClr val="dk1"/>
              </a:solidFill>
              <a:latin typeface="Roboto"/>
              <a:ea typeface="Roboto"/>
              <a:cs typeface="Roboto"/>
              <a:sym typeface="Roboto"/>
            </a:endParaRPr>
          </a:p>
        </p:txBody>
      </p:sp>
      <p:sp>
        <p:nvSpPr>
          <p:cNvPr id="573" name="Google Shape;573;p54"/>
          <p:cNvSpPr/>
          <p:nvPr/>
        </p:nvSpPr>
        <p:spPr>
          <a:xfrm>
            <a:off x="2002800" y="1816975"/>
            <a:ext cx="267300" cy="3309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pic>
        <p:nvPicPr>
          <p:cNvPr id="574" name="Google Shape;574;p54"/>
          <p:cNvPicPr preferRelativeResize="0"/>
          <p:nvPr/>
        </p:nvPicPr>
        <p:blipFill>
          <a:blip r:embed="rId3">
            <a:alphaModFix/>
          </a:blip>
          <a:stretch>
            <a:fillRect/>
          </a:stretch>
        </p:blipFill>
        <p:spPr>
          <a:xfrm>
            <a:off x="427750" y="2202925"/>
            <a:ext cx="3606823" cy="2363976"/>
          </a:xfrm>
          <a:prstGeom prst="rect">
            <a:avLst/>
          </a:prstGeom>
          <a:noFill/>
          <a:ln>
            <a:noFill/>
          </a:ln>
        </p:spPr>
      </p:pic>
      <p:sp>
        <p:nvSpPr>
          <p:cNvPr id="575" name="Google Shape;575;p54"/>
          <p:cNvSpPr/>
          <p:nvPr/>
        </p:nvSpPr>
        <p:spPr>
          <a:xfrm>
            <a:off x="4664100" y="343125"/>
            <a:ext cx="4111200" cy="13716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r>
              <a:rPr lang="en" b="1"/>
              <a:t># 3: </a:t>
            </a:r>
            <a:r>
              <a:rPr lang="en">
                <a:solidFill>
                  <a:schemeClr val="dk1"/>
                </a:solidFill>
                <a:latin typeface="Roboto"/>
                <a:ea typeface="Roboto"/>
                <a:cs typeface="Roboto"/>
                <a:sym typeface="Roboto"/>
              </a:rPr>
              <a:t>When a tea size is selected, user can adjust the sweetness and ice level to create the perfect drink for their taste.</a:t>
            </a:r>
            <a:endParaRPr>
              <a:solidFill>
                <a:srgbClr val="FF9900"/>
              </a:solidFill>
            </a:endParaRPr>
          </a:p>
        </p:txBody>
      </p:sp>
      <p:sp>
        <p:nvSpPr>
          <p:cNvPr id="576" name="Google Shape;576;p54"/>
          <p:cNvSpPr/>
          <p:nvPr/>
        </p:nvSpPr>
        <p:spPr>
          <a:xfrm>
            <a:off x="6684975" y="1596425"/>
            <a:ext cx="267300" cy="322500"/>
          </a:xfrm>
          <a:prstGeom prst="downArrow">
            <a:avLst>
              <a:gd name="adj1" fmla="val 50000"/>
              <a:gd name="adj2" fmla="val 50000"/>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pic>
        <p:nvPicPr>
          <p:cNvPr id="577" name="Google Shape;577;p54"/>
          <p:cNvPicPr preferRelativeResize="0"/>
          <p:nvPr/>
        </p:nvPicPr>
        <p:blipFill>
          <a:blip r:embed="rId4">
            <a:alphaModFix/>
          </a:blip>
          <a:stretch>
            <a:fillRect/>
          </a:stretch>
        </p:blipFill>
        <p:spPr>
          <a:xfrm>
            <a:off x="4282498" y="1918912"/>
            <a:ext cx="2345602" cy="2932003"/>
          </a:xfrm>
          <a:prstGeom prst="rect">
            <a:avLst/>
          </a:prstGeom>
          <a:noFill/>
          <a:ln>
            <a:noFill/>
          </a:ln>
        </p:spPr>
      </p:pic>
      <p:pic>
        <p:nvPicPr>
          <p:cNvPr id="578" name="Google Shape;578;p54"/>
          <p:cNvPicPr preferRelativeResize="0"/>
          <p:nvPr/>
        </p:nvPicPr>
        <p:blipFill>
          <a:blip r:embed="rId5">
            <a:alphaModFix/>
          </a:blip>
          <a:stretch>
            <a:fillRect/>
          </a:stretch>
        </p:blipFill>
        <p:spPr>
          <a:xfrm>
            <a:off x="6684975" y="2147875"/>
            <a:ext cx="2390876" cy="24866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5"/>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576"/>
                                        </p:tgtEl>
                                        <p:attrNameLst>
                                          <p:attrName>style.visibility</p:attrName>
                                        </p:attrNameLst>
                                      </p:cBhvr>
                                      <p:to>
                                        <p:strVal val="visible"/>
                                      </p:to>
                                    </p:set>
                                    <p:animEffect transition="in" filter="fade">
                                      <p:cBhvr>
                                        <p:cTn id="10" dur="1000"/>
                                        <p:tgtEl>
                                          <p:spTgt spid="576"/>
                                        </p:tgtEl>
                                      </p:cBhvr>
                                    </p:animEffect>
                                  </p:childTnLst>
                                </p:cTn>
                              </p:par>
                            </p:childTnLst>
                          </p:cTn>
                        </p:par>
                        <p:par>
                          <p:cTn id="11" fill="hold">
                            <p:stCondLst>
                              <p:cond delay="1000"/>
                            </p:stCondLst>
                            <p:childTnLst>
                              <p:par>
                                <p:cTn id="12" presetID="2" presetClass="entr" presetSubtype="8" fill="hold" nodeType="afterEffect">
                                  <p:stCondLst>
                                    <p:cond delay="0"/>
                                  </p:stCondLst>
                                  <p:childTnLst>
                                    <p:set>
                                      <p:cBhvr>
                                        <p:cTn id="13" dur="1" fill="hold">
                                          <p:stCondLst>
                                            <p:cond delay="0"/>
                                          </p:stCondLst>
                                        </p:cTn>
                                        <p:tgtEl>
                                          <p:spTgt spid="577"/>
                                        </p:tgtEl>
                                        <p:attrNameLst>
                                          <p:attrName>style.visibility</p:attrName>
                                        </p:attrNameLst>
                                      </p:cBhvr>
                                      <p:to>
                                        <p:strVal val="visible"/>
                                      </p:to>
                                    </p:set>
                                    <p:anim calcmode="lin" valueType="num">
                                      <p:cBhvr additive="base">
                                        <p:cTn id="14" dur="1000"/>
                                        <p:tgtEl>
                                          <p:spTgt spid="577"/>
                                        </p:tgtEl>
                                        <p:attrNameLst>
                                          <p:attrName>ppt_x</p:attrName>
                                        </p:attrNameLst>
                                      </p:cBhvr>
                                      <p:tavLst>
                                        <p:tav tm="0">
                                          <p:val>
                                            <p:strVal val="#ppt_x-1"/>
                                          </p:val>
                                        </p:tav>
                                        <p:tav tm="100000">
                                          <p:val>
                                            <p:strVal val="#ppt_x"/>
                                          </p:val>
                                        </p:tav>
                                      </p:tavLst>
                                    </p:anim>
                                  </p:childTnLst>
                                </p:cTn>
                              </p:par>
                            </p:childTnLst>
                          </p:cTn>
                        </p:par>
                        <p:par>
                          <p:cTn id="15" fill="hold">
                            <p:stCondLst>
                              <p:cond delay="2000"/>
                            </p:stCondLst>
                            <p:childTnLst>
                              <p:par>
                                <p:cTn id="16" presetID="2" presetClass="entr" presetSubtype="2" fill="hold" nodeType="afterEffect">
                                  <p:stCondLst>
                                    <p:cond delay="0"/>
                                  </p:stCondLst>
                                  <p:childTnLst>
                                    <p:set>
                                      <p:cBhvr>
                                        <p:cTn id="17" dur="1" fill="hold">
                                          <p:stCondLst>
                                            <p:cond delay="0"/>
                                          </p:stCondLst>
                                        </p:cTn>
                                        <p:tgtEl>
                                          <p:spTgt spid="578"/>
                                        </p:tgtEl>
                                        <p:attrNameLst>
                                          <p:attrName>style.visibility</p:attrName>
                                        </p:attrNameLst>
                                      </p:cBhvr>
                                      <p:to>
                                        <p:strVal val="visible"/>
                                      </p:to>
                                    </p:set>
                                    <p:anim calcmode="lin" valueType="num">
                                      <p:cBhvr additive="base">
                                        <p:cTn id="18" dur="1000"/>
                                        <p:tgtEl>
                                          <p:spTgt spid="57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582"/>
        <p:cNvGrpSpPr/>
        <p:nvPr/>
      </p:nvGrpSpPr>
      <p:grpSpPr>
        <a:xfrm>
          <a:off x="0" y="0"/>
          <a:ext cx="0" cy="0"/>
          <a:chOff x="0" y="0"/>
          <a:chExt cx="0" cy="0"/>
        </a:xfrm>
      </p:grpSpPr>
      <p:sp>
        <p:nvSpPr>
          <p:cNvPr id="583" name="Google Shape;583;p55"/>
          <p:cNvSpPr txBox="1"/>
          <p:nvPr/>
        </p:nvSpPr>
        <p:spPr>
          <a:xfrm>
            <a:off x="377000" y="383400"/>
            <a:ext cx="702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584" name="Google Shape;584;p55"/>
          <p:cNvSpPr/>
          <p:nvPr/>
        </p:nvSpPr>
        <p:spPr>
          <a:xfrm>
            <a:off x="296125" y="335025"/>
            <a:ext cx="3990000" cy="17805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r>
              <a:rPr lang="en" b="1" dirty="0"/>
              <a:t># 4: </a:t>
            </a:r>
            <a:r>
              <a:rPr lang="en" b="1" dirty="0">
                <a:solidFill>
                  <a:schemeClr val="dk1"/>
                </a:solidFill>
                <a:latin typeface="Roboto"/>
                <a:ea typeface="Roboto"/>
                <a:cs typeface="Roboto"/>
                <a:sym typeface="Roboto"/>
              </a:rPr>
              <a:t>The app allows the user to build their own drink with different toppings like boba, jelly, or pudding, and the prices adjust automatically based on the drink size and any additional toppings they choose.</a:t>
            </a:r>
            <a:endParaRPr b="1" dirty="0">
              <a:solidFill>
                <a:srgbClr val="FF9900"/>
              </a:solidFill>
            </a:endParaRPr>
          </a:p>
        </p:txBody>
      </p:sp>
      <p:sp>
        <p:nvSpPr>
          <p:cNvPr id="585" name="Google Shape;585;p55"/>
          <p:cNvSpPr/>
          <p:nvPr/>
        </p:nvSpPr>
        <p:spPr>
          <a:xfrm>
            <a:off x="3985400" y="3000263"/>
            <a:ext cx="4111200" cy="1371600"/>
          </a:xfrm>
          <a:prstGeom prst="roundRect">
            <a:avLst>
              <a:gd name="adj" fmla="val 16667"/>
            </a:avLst>
          </a:prstGeom>
          <a:solidFill>
            <a:srgbClr val="434343"/>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r>
              <a:rPr lang="en" b="1">
                <a:solidFill>
                  <a:srgbClr val="FFFFFF"/>
                </a:solidFill>
                <a:latin typeface="Roboto"/>
                <a:ea typeface="Roboto"/>
                <a:cs typeface="Roboto"/>
                <a:sym typeface="Roboto"/>
              </a:rPr>
              <a:t># 5: </a:t>
            </a:r>
            <a:r>
              <a:rPr lang="en">
                <a:solidFill>
                  <a:srgbClr val="FFFFFF"/>
                </a:solidFill>
                <a:latin typeface="Roboto"/>
                <a:ea typeface="Roboto"/>
                <a:cs typeface="Roboto"/>
                <a:sym typeface="Roboto"/>
              </a:rPr>
              <a:t>The app allows the user to check the detail of the current order, and edit the order before placing the order.</a:t>
            </a:r>
            <a:endParaRPr>
              <a:solidFill>
                <a:srgbClr val="FFFFFF"/>
              </a:solidFill>
              <a:latin typeface="Roboto"/>
              <a:ea typeface="Roboto"/>
              <a:cs typeface="Roboto"/>
              <a:sym typeface="Roboto"/>
            </a:endParaRPr>
          </a:p>
        </p:txBody>
      </p:sp>
      <p:pic>
        <p:nvPicPr>
          <p:cNvPr id="586" name="Google Shape;586;p55"/>
          <p:cNvPicPr preferRelativeResize="0"/>
          <p:nvPr/>
        </p:nvPicPr>
        <p:blipFill>
          <a:blip r:embed="rId3">
            <a:alphaModFix/>
          </a:blip>
          <a:stretch>
            <a:fillRect/>
          </a:stretch>
        </p:blipFill>
        <p:spPr>
          <a:xfrm>
            <a:off x="4476325" y="199575"/>
            <a:ext cx="4541975" cy="2249193"/>
          </a:xfrm>
          <a:prstGeom prst="rect">
            <a:avLst/>
          </a:prstGeom>
          <a:noFill/>
          <a:ln>
            <a:noFill/>
          </a:ln>
        </p:spPr>
      </p:pic>
      <p:pic>
        <p:nvPicPr>
          <p:cNvPr id="587" name="Google Shape;587;p55" descr="a cartoon of spongebob says any price i set theyll pay (Provided by Tenor)"/>
          <p:cNvPicPr preferRelativeResize="0"/>
          <p:nvPr/>
        </p:nvPicPr>
        <p:blipFill>
          <a:blip r:embed="rId4">
            <a:alphaModFix/>
          </a:blip>
          <a:stretch>
            <a:fillRect/>
          </a:stretch>
        </p:blipFill>
        <p:spPr>
          <a:xfrm>
            <a:off x="701150" y="2390850"/>
            <a:ext cx="2704250" cy="2490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85"/>
                                        </p:tgtEl>
                                        <p:attrNameLst>
                                          <p:attrName>style.visibility</p:attrName>
                                        </p:attrNameLst>
                                      </p:cBhvr>
                                      <p:to>
                                        <p:strVal val="visible"/>
                                      </p:to>
                                    </p:set>
                                    <p:anim calcmode="lin" valueType="num">
                                      <p:cBhvr additive="base">
                                        <p:cTn id="7" dur="1000"/>
                                        <p:tgtEl>
                                          <p:spTgt spid="585"/>
                                        </p:tgtEl>
                                        <p:attrNameLst>
                                          <p:attrName>ppt_y</p:attrName>
                                        </p:attrNameLst>
                                      </p:cBhvr>
                                      <p:tavLst>
                                        <p:tav tm="0">
                                          <p:val>
                                            <p:strVal val="#ppt_y+1"/>
                                          </p:val>
                                        </p:tav>
                                        <p:tav tm="100000">
                                          <p:val>
                                            <p:strVal val="#ppt_y"/>
                                          </p:val>
                                        </p:tav>
                                      </p:tavLst>
                                    </p:anim>
                                  </p:childTnLst>
                                </p:cTn>
                              </p:par>
                            </p:childTnLst>
                          </p:cTn>
                        </p:par>
                        <p:par>
                          <p:cTn id="8" fill="hold">
                            <p:stCondLst>
                              <p:cond delay="1000"/>
                            </p:stCondLst>
                            <p:childTnLst>
                              <p:par>
                                <p:cTn id="9" presetID="23" presetClass="entr" presetSubtype="16" fill="hold" nodeType="afterEffect">
                                  <p:stCondLst>
                                    <p:cond delay="0"/>
                                  </p:stCondLst>
                                  <p:childTnLst>
                                    <p:set>
                                      <p:cBhvr>
                                        <p:cTn id="10" dur="1" fill="hold">
                                          <p:stCondLst>
                                            <p:cond delay="0"/>
                                          </p:stCondLst>
                                        </p:cTn>
                                        <p:tgtEl>
                                          <p:spTgt spid="587"/>
                                        </p:tgtEl>
                                        <p:attrNameLst>
                                          <p:attrName>style.visibility</p:attrName>
                                        </p:attrNameLst>
                                      </p:cBhvr>
                                      <p:to>
                                        <p:strVal val="visible"/>
                                      </p:to>
                                    </p:set>
                                    <p:anim calcmode="lin" valueType="num">
                                      <p:cBhvr additive="base">
                                        <p:cTn id="11" dur="2300"/>
                                        <p:tgtEl>
                                          <p:spTgt spid="587"/>
                                        </p:tgtEl>
                                        <p:attrNameLst>
                                          <p:attrName>ppt_w</p:attrName>
                                        </p:attrNameLst>
                                      </p:cBhvr>
                                      <p:tavLst>
                                        <p:tav tm="0">
                                          <p:val>
                                            <p:strVal val="0"/>
                                          </p:val>
                                        </p:tav>
                                        <p:tav tm="100000">
                                          <p:val>
                                            <p:strVal val="#ppt_w"/>
                                          </p:val>
                                        </p:tav>
                                      </p:tavLst>
                                    </p:anim>
                                    <p:anim calcmode="lin" valueType="num">
                                      <p:cBhvr additive="base">
                                        <p:cTn id="12" dur="2300"/>
                                        <p:tgtEl>
                                          <p:spTgt spid="58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591"/>
        <p:cNvGrpSpPr/>
        <p:nvPr/>
      </p:nvGrpSpPr>
      <p:grpSpPr>
        <a:xfrm>
          <a:off x="0" y="0"/>
          <a:ext cx="0" cy="0"/>
          <a:chOff x="0" y="0"/>
          <a:chExt cx="0" cy="0"/>
        </a:xfrm>
      </p:grpSpPr>
      <p:sp>
        <p:nvSpPr>
          <p:cNvPr id="592" name="Google Shape;592;p56"/>
          <p:cNvSpPr txBox="1">
            <a:spLocks noGrp="1"/>
          </p:cNvSpPr>
          <p:nvPr>
            <p:ph type="title"/>
          </p:nvPr>
        </p:nvSpPr>
        <p:spPr>
          <a:xfrm>
            <a:off x="3494049" y="3363025"/>
            <a:ext cx="5233639" cy="106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6000" dirty="0">
                <a:solidFill>
                  <a:srgbClr val="6AA84F"/>
                </a:solidFill>
              </a:rPr>
              <a:t>Thank You</a:t>
            </a:r>
            <a:endParaRPr sz="6000" dirty="0">
              <a:solidFill>
                <a:srgbClr val="6AA84F"/>
              </a:solidFill>
            </a:endParaRPr>
          </a:p>
        </p:txBody>
      </p:sp>
      <p:sp>
        <p:nvSpPr>
          <p:cNvPr id="593" name="Google Shape;593;p56"/>
          <p:cNvSpPr txBox="1">
            <a:spLocks noGrp="1"/>
          </p:cNvSpPr>
          <p:nvPr>
            <p:ph type="sldNum" idx="4294967295"/>
          </p:nvPr>
        </p:nvSpPr>
        <p:spPr>
          <a:xfrm>
            <a:off x="8653375" y="4829350"/>
            <a:ext cx="490500" cy="31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7</a:t>
            </a:fld>
            <a:endParaRPr/>
          </a:p>
        </p:txBody>
      </p:sp>
      <p:sp>
        <p:nvSpPr>
          <p:cNvPr id="594" name="Google Shape;594;p56"/>
          <p:cNvSpPr txBox="1"/>
          <p:nvPr/>
        </p:nvSpPr>
        <p:spPr>
          <a:xfrm>
            <a:off x="125700" y="1085300"/>
            <a:ext cx="2682000" cy="1062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900">
                <a:solidFill>
                  <a:srgbClr val="666666"/>
                </a:solidFill>
                <a:latin typeface="Roboto"/>
                <a:ea typeface="Roboto"/>
                <a:cs typeface="Roboto"/>
                <a:sym typeface="Roboto"/>
              </a:rPr>
              <a:t>getting your perfect bubble tea quick and easy!</a:t>
            </a:r>
            <a:endParaRPr sz="1900">
              <a:solidFill>
                <a:srgbClr val="666666"/>
              </a:solidFill>
              <a:latin typeface="Roboto"/>
              <a:ea typeface="Roboto"/>
              <a:cs typeface="Roboto"/>
              <a:sym typeface="Roboto"/>
            </a:endParaRPr>
          </a:p>
        </p:txBody>
      </p:sp>
      <p:pic>
        <p:nvPicPr>
          <p:cNvPr id="595" name="Google Shape;595;p56" descr="a panda bear is pouring milk into a cup (Provided by Tenor)"/>
          <p:cNvPicPr preferRelativeResize="0"/>
          <p:nvPr/>
        </p:nvPicPr>
        <p:blipFill>
          <a:blip r:embed="rId3">
            <a:alphaModFix/>
          </a:blip>
          <a:stretch>
            <a:fillRect/>
          </a:stretch>
        </p:blipFill>
        <p:spPr>
          <a:xfrm>
            <a:off x="5901375" y="818113"/>
            <a:ext cx="1712879" cy="1885437"/>
          </a:xfrm>
          <a:prstGeom prst="rect">
            <a:avLst/>
          </a:prstGeom>
          <a:noFill/>
          <a:ln>
            <a:noFill/>
          </a:ln>
        </p:spPr>
      </p:pic>
      <p:pic>
        <p:nvPicPr>
          <p:cNvPr id="596" name="Google Shape;596;p56" descr="a panda bear is sitting on a bench drinking a drink (Provided by Tenor)"/>
          <p:cNvPicPr preferRelativeResize="0"/>
          <p:nvPr/>
        </p:nvPicPr>
        <p:blipFill>
          <a:blip r:embed="rId4">
            <a:alphaModFix/>
          </a:blip>
          <a:stretch>
            <a:fillRect/>
          </a:stretch>
        </p:blipFill>
        <p:spPr>
          <a:xfrm>
            <a:off x="3998675" y="891900"/>
            <a:ext cx="1819060" cy="1895175"/>
          </a:xfrm>
          <a:prstGeom prst="rect">
            <a:avLst/>
          </a:prstGeom>
          <a:noFill/>
          <a:ln>
            <a:noFill/>
          </a:ln>
        </p:spPr>
      </p:pic>
      <p:sp>
        <p:nvSpPr>
          <p:cNvPr id="597" name="Google Shape;597;p56"/>
          <p:cNvSpPr txBox="1"/>
          <p:nvPr/>
        </p:nvSpPr>
        <p:spPr>
          <a:xfrm>
            <a:off x="455875" y="495450"/>
            <a:ext cx="21867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solidFill>
                  <a:schemeClr val="lt2"/>
                </a:solidFill>
                <a:latin typeface="Roboto"/>
                <a:ea typeface="Roboto"/>
                <a:cs typeface="Roboto"/>
                <a:sym typeface="Roboto"/>
              </a:rPr>
              <a:t>InfiniTea-App</a:t>
            </a:r>
            <a:endParaRPr sz="1900" b="1">
              <a:solidFill>
                <a:schemeClr val="l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0"/>
                                  </p:stCondLst>
                                  <p:childTnLst>
                                    <p:animRot by="-21600000">
                                      <p:cBhvr>
                                        <p:cTn id="6" dur="2000" fill="hold"/>
                                        <p:tgtEl>
                                          <p:spTgt spid="59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oject Retrospective">
  <a:themeElements>
    <a:clrScheme name="Simple Light">
      <a:dk1>
        <a:srgbClr val="303030"/>
      </a:dk1>
      <a:lt1>
        <a:srgbClr val="F6F6F1"/>
      </a:lt1>
      <a:dk2>
        <a:srgbClr val="E1783D"/>
      </a:dk2>
      <a:lt2>
        <a:srgbClr val="EDAD51"/>
      </a:lt2>
      <a:accent1>
        <a:srgbClr val="EAEBBA"/>
      </a:accent1>
      <a:accent2>
        <a:srgbClr val="A5B4A5"/>
      </a:accent2>
      <a:accent3>
        <a:srgbClr val="78909C"/>
      </a:accent3>
      <a:accent4>
        <a:srgbClr val="496649"/>
      </a:accent4>
      <a:accent5>
        <a:srgbClr val="303030"/>
      </a:accent5>
      <a:accent6>
        <a:srgbClr val="FFF2CC"/>
      </a:accent6>
      <a:hlink>
        <a:srgbClr val="E1783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312</Words>
  <Application>Microsoft Office PowerPoint</Application>
  <PresentationFormat>On-screen Show (16:9)</PresentationFormat>
  <Paragraphs>28</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Roboto</vt:lpstr>
      <vt:lpstr>Libre Baskerville</vt:lpstr>
      <vt:lpstr>Arial</vt:lpstr>
      <vt:lpstr>Roboto Medium</vt:lpstr>
      <vt:lpstr>Project Retrospective</vt:lpstr>
      <vt:lpstr>InfiniTea-App</vt:lpstr>
      <vt:lpstr>Intro</vt:lpstr>
      <vt:lpstr>Features:</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Shaoru Wu-Zhu</cp:lastModifiedBy>
  <cp:revision>2</cp:revision>
  <dcterms:modified xsi:type="dcterms:W3CDTF">2025-02-17T02:03:04Z</dcterms:modified>
</cp:coreProperties>
</file>